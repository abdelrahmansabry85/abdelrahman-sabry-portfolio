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embeddedFontLst>
    <p:embeddedFont>
      <p:font typeface="Liter" charset="-122" pitchFamily="34"/>
      <p:regular r:id="rId46"/>
    </p:embeddedFont>
    <p:embeddedFont>
      <p:font typeface="Quattrocento Sans" charset="-122" pitchFamily="34"/>
      <p:regular r:id="rId47"/>
    </p:embeddedFont>
    <p:embeddedFont>
      <p:font typeface="MiSans" charset="-122" pitchFamily="34"/>
      <p:regular r:id="rId4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Relationship Id="rId47" Type="http://schemas.openxmlformats.org/officeDocument/2006/relationships/font" Target="fonts/font2.fntdata"/><Relationship Id="rId4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3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image" Target="../media/image-3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ierpoint.com/9447d8e28b841d455a71688e517cbd5c14623c80.jpg">    </p:cNvPr>
          <p:cNvPicPr>
            <a:picLocks noChangeAspect="1"/>
          </p:cNvPicPr>
          <p:nvPr/>
        </p:nvPicPr>
        <p:blipFill>
          <a:blip r:embed="rId1"/>
          <a:srcRect l="3368" r="336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5000"/>
                </a:srgbClr>
              </a:gs>
              <a:gs pos="100000">
                <a:srgbClr val="0D9488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15811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192703"/>
                </a:moveTo>
                <a:lnTo>
                  <a:pt x="430411" y="155555"/>
                </a:lnTo>
                <a:cubicBezTo>
                  <a:pt x="385763" y="93762"/>
                  <a:pt x="314146" y="57150"/>
                  <a:pt x="237708" y="57150"/>
                </a:cubicBezTo>
                <a:cubicBezTo>
                  <a:pt x="106442" y="57150"/>
                  <a:pt x="0" y="163592"/>
                  <a:pt x="0" y="294858"/>
                </a:cubicBezTo>
                <a:lnTo>
                  <a:pt x="0" y="299502"/>
                </a:lnTo>
                <a:cubicBezTo>
                  <a:pt x="0" y="341650"/>
                  <a:pt x="11073" y="385227"/>
                  <a:pt x="29647" y="428625"/>
                </a:cubicBezTo>
                <a:lnTo>
                  <a:pt x="218956" y="428625"/>
                </a:lnTo>
                <a:cubicBezTo>
                  <a:pt x="224671" y="428625"/>
                  <a:pt x="229850" y="425232"/>
                  <a:pt x="232172" y="419874"/>
                </a:cubicBezTo>
                <a:lnTo>
                  <a:pt x="288965" y="283607"/>
                </a:lnTo>
                <a:cubicBezTo>
                  <a:pt x="295573" y="267891"/>
                  <a:pt x="310932" y="257532"/>
                  <a:pt x="327898" y="257175"/>
                </a:cubicBezTo>
                <a:cubicBezTo>
                  <a:pt x="344865" y="256818"/>
                  <a:pt x="360581" y="266819"/>
                  <a:pt x="367546" y="282357"/>
                </a:cubicBezTo>
                <a:lnTo>
                  <a:pt x="459165" y="485775"/>
                </a:lnTo>
                <a:lnTo>
                  <a:pt x="533102" y="337899"/>
                </a:lnTo>
                <a:cubicBezTo>
                  <a:pt x="540425" y="323433"/>
                  <a:pt x="555248" y="314146"/>
                  <a:pt x="571500" y="314146"/>
                </a:cubicBezTo>
                <a:cubicBezTo>
                  <a:pt x="587752" y="314146"/>
                  <a:pt x="602575" y="323255"/>
                  <a:pt x="609898" y="337899"/>
                </a:cubicBezTo>
                <a:lnTo>
                  <a:pt x="651331" y="420588"/>
                </a:lnTo>
                <a:cubicBezTo>
                  <a:pt x="653832" y="425410"/>
                  <a:pt x="658654" y="428446"/>
                  <a:pt x="664190" y="428446"/>
                </a:cubicBezTo>
                <a:lnTo>
                  <a:pt x="884932" y="428446"/>
                </a:lnTo>
                <a:cubicBezTo>
                  <a:pt x="903684" y="385048"/>
                  <a:pt x="914579" y="341471"/>
                  <a:pt x="914579" y="299323"/>
                </a:cubicBezTo>
                <a:lnTo>
                  <a:pt x="914579" y="294680"/>
                </a:lnTo>
                <a:cubicBezTo>
                  <a:pt x="914400" y="163592"/>
                  <a:pt x="807958" y="57150"/>
                  <a:pt x="676692" y="57150"/>
                </a:cubicBezTo>
                <a:cubicBezTo>
                  <a:pt x="600432" y="57150"/>
                  <a:pt x="528638" y="93762"/>
                  <a:pt x="483989" y="155555"/>
                </a:cubicBezTo>
                <a:lnTo>
                  <a:pt x="457200" y="192524"/>
                </a:lnTo>
                <a:close/>
                <a:moveTo>
                  <a:pt x="838676" y="514350"/>
                </a:moveTo>
                <a:lnTo>
                  <a:pt x="664012" y="514350"/>
                </a:lnTo>
                <a:cubicBezTo>
                  <a:pt x="626150" y="514350"/>
                  <a:pt x="591503" y="492919"/>
                  <a:pt x="574536" y="458986"/>
                </a:cubicBezTo>
                <a:lnTo>
                  <a:pt x="571500" y="452914"/>
                </a:lnTo>
                <a:lnTo>
                  <a:pt x="495598" y="604897"/>
                </a:lnTo>
                <a:cubicBezTo>
                  <a:pt x="488275" y="619720"/>
                  <a:pt x="472916" y="629007"/>
                  <a:pt x="456307" y="628650"/>
                </a:cubicBezTo>
                <a:cubicBezTo>
                  <a:pt x="439698" y="628293"/>
                  <a:pt x="424875" y="618470"/>
                  <a:pt x="418088" y="603468"/>
                </a:cubicBezTo>
                <a:lnTo>
                  <a:pt x="330041" y="407908"/>
                </a:lnTo>
                <a:lnTo>
                  <a:pt x="311289" y="452914"/>
                </a:lnTo>
                <a:cubicBezTo>
                  <a:pt x="295751" y="490240"/>
                  <a:pt x="259318" y="514529"/>
                  <a:pt x="218956" y="514529"/>
                </a:cubicBezTo>
                <a:lnTo>
                  <a:pt x="75724" y="514529"/>
                </a:lnTo>
                <a:cubicBezTo>
                  <a:pt x="160020" y="646331"/>
                  <a:pt x="295394" y="767596"/>
                  <a:pt x="380048" y="832247"/>
                </a:cubicBezTo>
                <a:cubicBezTo>
                  <a:pt x="402193" y="849035"/>
                  <a:pt x="429339" y="857429"/>
                  <a:pt x="457021" y="857429"/>
                </a:cubicBezTo>
                <a:cubicBezTo>
                  <a:pt x="484703" y="857429"/>
                  <a:pt x="512028" y="849213"/>
                  <a:pt x="533995" y="832247"/>
                </a:cubicBezTo>
                <a:cubicBezTo>
                  <a:pt x="619006" y="767417"/>
                  <a:pt x="754380" y="646152"/>
                  <a:pt x="838676" y="5143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2641521" y="3028950"/>
            <a:ext cx="69056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spc="-135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Medical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41148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2820114" y="4476750"/>
            <a:ext cx="655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1F5F9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Healthcare Management 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86795" y="4972050"/>
            <a:ext cx="61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28575" y="0"/>
                </a:moveTo>
                <a:lnTo>
                  <a:pt x="885825" y="0"/>
                </a:lnTo>
                <a:cubicBezTo>
                  <a:pt x="901596" y="0"/>
                  <a:pt x="914400" y="12804"/>
                  <a:pt x="914400" y="28575"/>
                </a:cubicBezTo>
                <a:lnTo>
                  <a:pt x="914400" y="28575"/>
                </a:lnTo>
                <a:cubicBezTo>
                  <a:pt x="914400" y="44346"/>
                  <a:pt x="901596" y="57150"/>
                  <a:pt x="8858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314450"/>
            <a:ext cx="5467350" cy="1571625"/>
          </a:xfrm>
          <a:custGeom>
            <a:avLst/>
            <a:gdLst/>
            <a:ahLst/>
            <a:cxnLst/>
            <a:rect l="l" t="t" r="r" b="b"/>
            <a:pathLst>
              <a:path w="5467350" h="1571625">
                <a:moveTo>
                  <a:pt x="38100" y="0"/>
                </a:moveTo>
                <a:lnTo>
                  <a:pt x="5353046" y="0"/>
                </a:lnTo>
                <a:cubicBezTo>
                  <a:pt x="5416174" y="0"/>
                  <a:pt x="5467350" y="51176"/>
                  <a:pt x="5467350" y="114304"/>
                </a:cubicBezTo>
                <a:lnTo>
                  <a:pt x="5467350" y="1457321"/>
                </a:lnTo>
                <a:cubicBezTo>
                  <a:pt x="5467350" y="1520449"/>
                  <a:pt x="5416174" y="1571625"/>
                  <a:pt x="53530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314450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04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6288" y="1638300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09700" y="15430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1923931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vision and purpose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43650" y="1314450"/>
            <a:ext cx="5467350" cy="1571625"/>
          </a:xfrm>
          <a:custGeom>
            <a:avLst/>
            <a:gdLst/>
            <a:ahLst/>
            <a:cxnLst/>
            <a:rect l="l" t="t" r="r" b="b"/>
            <a:pathLst>
              <a:path w="5467350" h="1571625">
                <a:moveTo>
                  <a:pt x="38100" y="0"/>
                </a:moveTo>
                <a:lnTo>
                  <a:pt x="5353046" y="0"/>
                </a:lnTo>
                <a:cubicBezTo>
                  <a:pt x="5416174" y="0"/>
                  <a:pt x="5467350" y="51176"/>
                  <a:pt x="5467350" y="114304"/>
                </a:cubicBezTo>
                <a:lnTo>
                  <a:pt x="5467350" y="1457321"/>
                </a:lnTo>
                <a:cubicBezTo>
                  <a:pt x="5467350" y="1520449"/>
                  <a:pt x="5416174" y="1571625"/>
                  <a:pt x="53530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43650" y="1314450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200" y="1504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692503" y="163830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53300" y="15430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Works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53300" y="1923931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Surveys and comparison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111460"/>
            <a:ext cx="5467350" cy="1571625"/>
          </a:xfrm>
          <a:custGeom>
            <a:avLst/>
            <a:gdLst/>
            <a:ahLst/>
            <a:cxnLst/>
            <a:rect l="l" t="t" r="r" b="b"/>
            <a:pathLst>
              <a:path w="5467350" h="1571625">
                <a:moveTo>
                  <a:pt x="38100" y="0"/>
                </a:moveTo>
                <a:lnTo>
                  <a:pt x="5353046" y="0"/>
                </a:lnTo>
                <a:cubicBezTo>
                  <a:pt x="5416174" y="0"/>
                  <a:pt x="5467350" y="51176"/>
                  <a:pt x="5467350" y="114304"/>
                </a:cubicBezTo>
                <a:lnTo>
                  <a:pt x="5467350" y="1457321"/>
                </a:lnTo>
                <a:cubicBezTo>
                  <a:pt x="5467350" y="1520449"/>
                  <a:pt x="5416174" y="1571625"/>
                  <a:pt x="53530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3111460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33019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12" y="343531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09700" y="334006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Methodology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09700" y="3720941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Agile approach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3650" y="3111460"/>
            <a:ext cx="5467350" cy="1571625"/>
          </a:xfrm>
          <a:custGeom>
            <a:avLst/>
            <a:gdLst/>
            <a:ahLst/>
            <a:cxnLst/>
            <a:rect l="l" t="t" r="r" b="b"/>
            <a:pathLst>
              <a:path w="5467350" h="1571625">
                <a:moveTo>
                  <a:pt x="38100" y="0"/>
                </a:moveTo>
                <a:lnTo>
                  <a:pt x="5353046" y="0"/>
                </a:lnTo>
                <a:cubicBezTo>
                  <a:pt x="5416174" y="0"/>
                  <a:pt x="5467350" y="51176"/>
                  <a:pt x="5467350" y="114304"/>
                </a:cubicBezTo>
                <a:lnTo>
                  <a:pt x="5467350" y="1457321"/>
                </a:lnTo>
                <a:cubicBezTo>
                  <a:pt x="5467350" y="1520449"/>
                  <a:pt x="5416174" y="1571625"/>
                  <a:pt x="53530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43650" y="3111460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3200" y="33019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692622" y="343531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53300" y="334006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53300" y="3720941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908471"/>
            <a:ext cx="5467350" cy="1571625"/>
          </a:xfrm>
          <a:custGeom>
            <a:avLst/>
            <a:gdLst/>
            <a:ahLst/>
            <a:cxnLst/>
            <a:rect l="l" t="t" r="r" b="b"/>
            <a:pathLst>
              <a:path w="5467350" h="1571625">
                <a:moveTo>
                  <a:pt x="38100" y="0"/>
                </a:moveTo>
                <a:lnTo>
                  <a:pt x="5353046" y="0"/>
                </a:lnTo>
                <a:cubicBezTo>
                  <a:pt x="5416174" y="0"/>
                  <a:pt x="5467350" y="51176"/>
                  <a:pt x="5467350" y="114304"/>
                </a:cubicBezTo>
                <a:lnTo>
                  <a:pt x="5467350" y="1457321"/>
                </a:lnTo>
                <a:cubicBezTo>
                  <a:pt x="5467350" y="1520449"/>
                  <a:pt x="5416174" y="1571625"/>
                  <a:pt x="53530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0050" y="4908471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" y="509897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744736" y="5232321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09700" y="5137071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Analysis &amp; Design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09700" y="551795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and literature survey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3650" y="4908471"/>
            <a:ext cx="5467350" cy="1571625"/>
          </a:xfrm>
          <a:custGeom>
            <a:avLst/>
            <a:gdLst/>
            <a:ahLst/>
            <a:cxnLst/>
            <a:rect l="l" t="t" r="r" b="b"/>
            <a:pathLst>
              <a:path w="5467350" h="1571625">
                <a:moveTo>
                  <a:pt x="38100" y="0"/>
                </a:moveTo>
                <a:lnTo>
                  <a:pt x="5353046" y="0"/>
                </a:lnTo>
                <a:cubicBezTo>
                  <a:pt x="5416174" y="0"/>
                  <a:pt x="5467350" y="51176"/>
                  <a:pt x="5467350" y="114304"/>
                </a:cubicBezTo>
                <a:lnTo>
                  <a:pt x="5467350" y="1457321"/>
                </a:lnTo>
                <a:cubicBezTo>
                  <a:pt x="5467350" y="1520449"/>
                  <a:pt x="5416174" y="1571625"/>
                  <a:pt x="53530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43650" y="4908471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6553200" y="509897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686550" y="5232321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53300" y="5137071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53300" y="551795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Screenshots of web app, mobile app, 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ehealthcareinsights.com/d2ec2710bbcfce20a1fff11c0fd458fc8f945e79.jpg">    </p:cNvPr>
          <p:cNvPicPr>
            <a:picLocks noChangeAspect="1"/>
          </p:cNvPicPr>
          <p:nvPr/>
        </p:nvPicPr>
        <p:blipFill>
          <a:blip r:embed="rId1"/>
          <a:srcRect l="617" r="617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685800" y="1293495"/>
            <a:ext cx="1787366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59E0B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2809875"/>
            <a:ext cx="1141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44672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7529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vision and purpose of the Online Medical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104900"/>
            <a:ext cx="6143625" cy="1752600"/>
          </a:xfrm>
          <a:custGeom>
            <a:avLst/>
            <a:gdLst/>
            <a:ahLst/>
            <a:cxnLst/>
            <a:rect l="l" t="t" r="r" b="b"/>
            <a:pathLst>
              <a:path w="6143625" h="1752600">
                <a:moveTo>
                  <a:pt x="38100" y="0"/>
                </a:moveTo>
                <a:lnTo>
                  <a:pt x="6029320" y="0"/>
                </a:lnTo>
                <a:cubicBezTo>
                  <a:pt x="6092449" y="0"/>
                  <a:pt x="6143625" y="51176"/>
                  <a:pt x="6143625" y="114305"/>
                </a:cubicBezTo>
                <a:lnTo>
                  <a:pt x="6143625" y="1638295"/>
                </a:lnTo>
                <a:cubicBezTo>
                  <a:pt x="6143625" y="1701424"/>
                  <a:pt x="6092449" y="1752600"/>
                  <a:pt x="6029320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1049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661988" y="137148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1333500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7700" y="1790581"/>
            <a:ext cx="57531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is life's most important priority, yet managing medical needs remains challenging. Our Online Medical System transforms healthcare delivery through digital innovation.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3064550"/>
            <a:ext cx="2981325" cy="2000250"/>
          </a:xfrm>
          <a:custGeom>
            <a:avLst/>
            <a:gdLst/>
            <a:ahLst/>
            <a:cxnLst/>
            <a:rect l="l" t="t" r="r" b="b"/>
            <a:pathLst>
              <a:path w="2981325" h="2000250">
                <a:moveTo>
                  <a:pt x="38100" y="0"/>
                </a:moveTo>
                <a:lnTo>
                  <a:pt x="2943225" y="0"/>
                </a:lnTo>
                <a:cubicBezTo>
                  <a:pt x="2964267" y="0"/>
                  <a:pt x="2981325" y="17058"/>
                  <a:pt x="2981325" y="38100"/>
                </a:cubicBezTo>
                <a:lnTo>
                  <a:pt x="2981325" y="1885956"/>
                </a:lnTo>
                <a:cubicBezTo>
                  <a:pt x="2981325" y="1949036"/>
                  <a:pt x="2930111" y="2000250"/>
                  <a:pt x="2867031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3064550"/>
            <a:ext cx="2981325" cy="38100"/>
          </a:xfrm>
          <a:custGeom>
            <a:avLst/>
            <a:gdLst/>
            <a:ahLst/>
            <a:cxnLst/>
            <a:rect l="l" t="t" r="r" b="b"/>
            <a:pathLst>
              <a:path w="2981325" h="38100">
                <a:moveTo>
                  <a:pt x="38100" y="0"/>
                </a:moveTo>
                <a:lnTo>
                  <a:pt x="2943225" y="0"/>
                </a:lnTo>
                <a:cubicBezTo>
                  <a:pt x="2964253" y="0"/>
                  <a:pt x="2981325" y="17072"/>
                  <a:pt x="2981325" y="38100"/>
                </a:cubicBezTo>
                <a:lnTo>
                  <a:pt x="29813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3274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6756" y="3407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0301" y="29766"/>
                </a:moveTo>
                <a:lnTo>
                  <a:pt x="124271" y="29766"/>
                </a:lnTo>
                <a:cubicBezTo>
                  <a:pt x="120290" y="20613"/>
                  <a:pt x="113295" y="13060"/>
                  <a:pt x="104589" y="8334"/>
                </a:cubicBezTo>
                <a:lnTo>
                  <a:pt x="90301" y="29766"/>
                </a:lnTo>
                <a:close/>
                <a:moveTo>
                  <a:pt x="89967" y="3460"/>
                </a:moveTo>
                <a:cubicBezTo>
                  <a:pt x="87809" y="3125"/>
                  <a:pt x="85576" y="2977"/>
                  <a:pt x="83344" y="2977"/>
                </a:cubicBezTo>
                <a:cubicBezTo>
                  <a:pt x="65038" y="2977"/>
                  <a:pt x="49299" y="13990"/>
                  <a:pt x="42416" y="29766"/>
                </a:cubicBezTo>
                <a:lnTo>
                  <a:pt x="72405" y="29766"/>
                </a:lnTo>
                <a:lnTo>
                  <a:pt x="89929" y="3460"/>
                </a:lnTo>
                <a:close/>
                <a:moveTo>
                  <a:pt x="83344" y="92273"/>
                </a:moveTo>
                <a:cubicBezTo>
                  <a:pt x="108012" y="92273"/>
                  <a:pt x="127992" y="72293"/>
                  <a:pt x="127992" y="47625"/>
                </a:cubicBezTo>
                <a:lnTo>
                  <a:pt x="38695" y="47625"/>
                </a:lnTo>
                <a:cubicBezTo>
                  <a:pt x="38695" y="72293"/>
                  <a:pt x="58675" y="92273"/>
                  <a:pt x="83344" y="92273"/>
                </a:cubicBezTo>
                <a:close/>
                <a:moveTo>
                  <a:pt x="36723" y="127174"/>
                </a:moveTo>
                <a:cubicBezTo>
                  <a:pt x="18343" y="137740"/>
                  <a:pt x="5953" y="157572"/>
                  <a:pt x="5953" y="180305"/>
                </a:cubicBezTo>
                <a:cubicBezTo>
                  <a:pt x="5953" y="185924"/>
                  <a:pt x="10530" y="190500"/>
                  <a:pt x="16148" y="190500"/>
                </a:cubicBezTo>
                <a:lnTo>
                  <a:pt x="72330" y="190500"/>
                </a:lnTo>
                <a:lnTo>
                  <a:pt x="36686" y="127174"/>
                </a:lnTo>
                <a:close/>
                <a:moveTo>
                  <a:pt x="53504" y="120588"/>
                </a:moveTo>
                <a:lnTo>
                  <a:pt x="69391" y="148828"/>
                </a:lnTo>
                <a:lnTo>
                  <a:pt x="101203" y="148828"/>
                </a:lnTo>
                <a:cubicBezTo>
                  <a:pt x="117649" y="148828"/>
                  <a:pt x="130969" y="162148"/>
                  <a:pt x="130969" y="178594"/>
                </a:cubicBezTo>
                <a:cubicBezTo>
                  <a:pt x="130969" y="182835"/>
                  <a:pt x="130076" y="186854"/>
                  <a:pt x="128476" y="190500"/>
                </a:cubicBezTo>
                <a:lnTo>
                  <a:pt x="150502" y="190500"/>
                </a:lnTo>
                <a:cubicBezTo>
                  <a:pt x="156121" y="190500"/>
                  <a:pt x="160697" y="185924"/>
                  <a:pt x="160697" y="180305"/>
                </a:cubicBezTo>
                <a:cubicBezTo>
                  <a:pt x="160697" y="146484"/>
                  <a:pt x="133276" y="119063"/>
                  <a:pt x="99454" y="119063"/>
                </a:cubicBezTo>
                <a:lnTo>
                  <a:pt x="67121" y="119063"/>
                </a:lnTo>
                <a:cubicBezTo>
                  <a:pt x="62433" y="119063"/>
                  <a:pt x="57857" y="119583"/>
                  <a:pt x="53467" y="120588"/>
                </a:cubicBezTo>
                <a:close/>
                <a:moveTo>
                  <a:pt x="79437" y="166688"/>
                </a:moveTo>
                <a:lnTo>
                  <a:pt x="92832" y="190500"/>
                </a:lnTo>
                <a:lnTo>
                  <a:pt x="101203" y="190500"/>
                </a:lnTo>
                <a:cubicBezTo>
                  <a:pt x="107789" y="190500"/>
                  <a:pt x="113109" y="185179"/>
                  <a:pt x="113109" y="178594"/>
                </a:cubicBezTo>
                <a:cubicBezTo>
                  <a:pt x="113109" y="172008"/>
                  <a:pt x="107789" y="166688"/>
                  <a:pt x="101203" y="166688"/>
                </a:cubicBezTo>
                <a:lnTo>
                  <a:pt x="79437" y="166688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3693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Patients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845600"/>
            <a:ext cx="26765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appointment booking, doctor selection, medical history access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56635" y="3064550"/>
            <a:ext cx="2981325" cy="2000250"/>
          </a:xfrm>
          <a:custGeom>
            <a:avLst/>
            <a:gdLst/>
            <a:ahLst/>
            <a:cxnLst/>
            <a:rect l="l" t="t" r="r" b="b"/>
            <a:pathLst>
              <a:path w="2981325" h="2000250">
                <a:moveTo>
                  <a:pt x="38100" y="0"/>
                </a:moveTo>
                <a:lnTo>
                  <a:pt x="2943225" y="0"/>
                </a:lnTo>
                <a:cubicBezTo>
                  <a:pt x="2964267" y="0"/>
                  <a:pt x="2981325" y="17058"/>
                  <a:pt x="2981325" y="38100"/>
                </a:cubicBezTo>
                <a:lnTo>
                  <a:pt x="2981325" y="1885956"/>
                </a:lnTo>
                <a:cubicBezTo>
                  <a:pt x="2981325" y="1949036"/>
                  <a:pt x="2930111" y="2000250"/>
                  <a:pt x="2867031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56635" y="3064550"/>
            <a:ext cx="2981325" cy="38100"/>
          </a:xfrm>
          <a:custGeom>
            <a:avLst/>
            <a:gdLst/>
            <a:ahLst/>
            <a:cxnLst/>
            <a:rect l="l" t="t" r="r" b="b"/>
            <a:pathLst>
              <a:path w="2981325" h="38100">
                <a:moveTo>
                  <a:pt x="38100" y="0"/>
                </a:moveTo>
                <a:lnTo>
                  <a:pt x="2943225" y="0"/>
                </a:lnTo>
                <a:cubicBezTo>
                  <a:pt x="2964253" y="0"/>
                  <a:pt x="2981325" y="17072"/>
                  <a:pt x="2981325" y="38100"/>
                </a:cubicBezTo>
                <a:lnTo>
                  <a:pt x="29813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7135" y="3274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92391" y="3407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2977"/>
                </a:move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lose/>
                <a:moveTo>
                  <a:pt x="105668" y="119360"/>
                </a:moveTo>
                <a:cubicBezTo>
                  <a:pt x="103659" y="119174"/>
                  <a:pt x="101575" y="119063"/>
                  <a:pt x="99492" y="119063"/>
                </a:cubicBezTo>
                <a:lnTo>
                  <a:pt x="67159" y="119063"/>
                </a:lnTo>
                <a:cubicBezTo>
                  <a:pt x="65075" y="119063"/>
                  <a:pt x="63029" y="119174"/>
                  <a:pt x="60982" y="119360"/>
                </a:cubicBezTo>
                <a:lnTo>
                  <a:pt x="60982" y="144475"/>
                </a:lnTo>
                <a:cubicBezTo>
                  <a:pt x="67121" y="147303"/>
                  <a:pt x="71400" y="153516"/>
                  <a:pt x="71400" y="160697"/>
                </a:cubicBezTo>
                <a:cubicBezTo>
                  <a:pt x="71400" y="170557"/>
                  <a:pt x="63401" y="178557"/>
                  <a:pt x="53541" y="178557"/>
                </a:cubicBezTo>
                <a:cubicBezTo>
                  <a:pt x="43681" y="178557"/>
                  <a:pt x="35682" y="170557"/>
                  <a:pt x="35682" y="160697"/>
                </a:cubicBezTo>
                <a:cubicBezTo>
                  <a:pt x="35682" y="153479"/>
                  <a:pt x="39960" y="147265"/>
                  <a:pt x="46100" y="144475"/>
                </a:cubicBezTo>
                <a:lnTo>
                  <a:pt x="46100" y="122746"/>
                </a:lnTo>
                <a:cubicBezTo>
                  <a:pt x="22696" y="131341"/>
                  <a:pt x="5953" y="153888"/>
                  <a:pt x="5953" y="180305"/>
                </a:cubicBezTo>
                <a:cubicBezTo>
                  <a:pt x="5953" y="185924"/>
                  <a:pt x="10530" y="190500"/>
                  <a:pt x="16148" y="190500"/>
                </a:cubicBezTo>
                <a:lnTo>
                  <a:pt x="150502" y="190500"/>
                </a:lnTo>
                <a:cubicBezTo>
                  <a:pt x="156121" y="190500"/>
                  <a:pt x="160697" y="185924"/>
                  <a:pt x="160697" y="180305"/>
                </a:cubicBezTo>
                <a:cubicBezTo>
                  <a:pt x="160697" y="153888"/>
                  <a:pt x="143954" y="131378"/>
                  <a:pt x="120514" y="122783"/>
                </a:cubicBezTo>
                <a:lnTo>
                  <a:pt x="120514" y="136699"/>
                </a:lnTo>
                <a:cubicBezTo>
                  <a:pt x="129183" y="139750"/>
                  <a:pt x="135396" y="148047"/>
                  <a:pt x="135396" y="157758"/>
                </a:cubicBezTo>
                <a:lnTo>
                  <a:pt x="135396" y="169664"/>
                </a:lnTo>
                <a:cubicBezTo>
                  <a:pt x="135396" y="173757"/>
                  <a:pt x="132048" y="177105"/>
                  <a:pt x="127955" y="177105"/>
                </a:cubicBezTo>
                <a:cubicBezTo>
                  <a:pt x="123862" y="177105"/>
                  <a:pt x="120514" y="173757"/>
                  <a:pt x="120514" y="169664"/>
                </a:cubicBezTo>
                <a:lnTo>
                  <a:pt x="120514" y="157758"/>
                </a:lnTo>
                <a:cubicBezTo>
                  <a:pt x="120514" y="153665"/>
                  <a:pt x="117165" y="150316"/>
                  <a:pt x="113072" y="150316"/>
                </a:cubicBezTo>
                <a:cubicBezTo>
                  <a:pt x="108979" y="150316"/>
                  <a:pt x="105631" y="153665"/>
                  <a:pt x="105631" y="157758"/>
                </a:cubicBezTo>
                <a:lnTo>
                  <a:pt x="105631" y="169664"/>
                </a:lnTo>
                <a:cubicBezTo>
                  <a:pt x="105631" y="173757"/>
                  <a:pt x="102282" y="177105"/>
                  <a:pt x="98189" y="177105"/>
                </a:cubicBezTo>
                <a:cubicBezTo>
                  <a:pt x="94097" y="177105"/>
                  <a:pt x="90748" y="173757"/>
                  <a:pt x="90748" y="169664"/>
                </a:cubicBezTo>
                <a:lnTo>
                  <a:pt x="90748" y="157758"/>
                </a:lnTo>
                <a:cubicBezTo>
                  <a:pt x="90748" y="148047"/>
                  <a:pt x="96962" y="139787"/>
                  <a:pt x="105631" y="136699"/>
                </a:cubicBezTo>
                <a:lnTo>
                  <a:pt x="105631" y="11936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318635" y="336935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Doctors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7135" y="3845600"/>
            <a:ext cx="26765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Schedule management, patient communication, prescription tools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257800"/>
            <a:ext cx="6162675" cy="1219200"/>
          </a:xfrm>
          <a:custGeom>
            <a:avLst/>
            <a:gdLst/>
            <a:ahLst/>
            <a:cxnLst/>
            <a:rect l="l" t="t" r="r" b="b"/>
            <a:pathLst>
              <a:path w="6162675" h="1219200">
                <a:moveTo>
                  <a:pt x="114300" y="0"/>
                </a:moveTo>
                <a:lnTo>
                  <a:pt x="6048375" y="0"/>
                </a:lnTo>
                <a:cubicBezTo>
                  <a:pt x="6111459" y="0"/>
                  <a:pt x="6162675" y="51216"/>
                  <a:pt x="6162675" y="114300"/>
                </a:cubicBezTo>
                <a:lnTo>
                  <a:pt x="6162675" y="1104900"/>
                </a:lnTo>
                <a:cubicBezTo>
                  <a:pt x="6162675" y="1167984"/>
                  <a:pt x="6111459" y="1219200"/>
                  <a:pt x="6048375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788" y="5467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" y="54483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550" y="5981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" y="594360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&amp; effort savings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536150" y="5981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764869" y="5829300"/>
            <a:ext cx="1695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Organized medical information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10326" y="5981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46784" y="58293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for elderly users</a:t>
            </a:r>
            <a:endParaRPr lang="en-US" sz="1600" dirty="0"/>
          </a:p>
        </p:txBody>
      </p:sp>
      <p:pic>
        <p:nvPicPr>
          <p:cNvPr id="30" name="Image 0" descr="https://kimi-web-img.moonshot.cn/img/cdn.prod.website-files.com/807044334584a192b3c455a150625ed12129798d.jpg">    </p:cNvPr>
          <p:cNvPicPr>
            <a:picLocks noChangeAspect="1"/>
          </p:cNvPicPr>
          <p:nvPr/>
        </p:nvPicPr>
        <p:blipFill>
          <a:blip r:embed="rId1"/>
          <a:srcRect l="22718" r="22718" t="0" b="0"/>
          <a:stretch/>
        </p:blipFill>
        <p:spPr>
          <a:xfrm>
            <a:off x="6770370" y="1104900"/>
            <a:ext cx="5038725" cy="5372100"/>
          </a:xfrm>
          <a:prstGeom prst="roundRect">
            <a:avLst>
              <a:gd name="adj" fmla="val 2268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key goals driving our healthcare innovation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66850"/>
            <a:ext cx="2162175" cy="4248150"/>
          </a:xfrm>
          <a:custGeom>
            <a:avLst/>
            <a:gdLst/>
            <a:ahLst/>
            <a:cxnLst/>
            <a:rect l="l" t="t" r="r" b="b"/>
            <a:pathLst>
              <a:path w="2162175" h="42481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7"/>
                </a:lnTo>
                <a:cubicBezTo>
                  <a:pt x="2162175" y="4196979"/>
                  <a:pt x="2111004" y="4248150"/>
                  <a:pt x="2047882" y="4248150"/>
                </a:cubicBezTo>
                <a:lnTo>
                  <a:pt x="114293" y="4248150"/>
                </a:lnTo>
                <a:cubicBezTo>
                  <a:pt x="51213" y="4248150"/>
                  <a:pt x="0" y="4196937"/>
                  <a:pt x="0" y="41338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668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082040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08628" y="1866900"/>
            <a:ext cx="276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875" y="25908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971800"/>
            <a:ext cx="1857375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 manual clinic management with an automated digital system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7480" y="1466850"/>
            <a:ext cx="2162175" cy="4248150"/>
          </a:xfrm>
          <a:custGeom>
            <a:avLst/>
            <a:gdLst/>
            <a:ahLst/>
            <a:cxnLst/>
            <a:rect l="l" t="t" r="r" b="b"/>
            <a:pathLst>
              <a:path w="2162175" h="42481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7"/>
                </a:lnTo>
                <a:cubicBezTo>
                  <a:pt x="2162175" y="4196979"/>
                  <a:pt x="2111004" y="4248150"/>
                  <a:pt x="2047882" y="4248150"/>
                </a:cubicBezTo>
                <a:lnTo>
                  <a:pt x="114293" y="4248150"/>
                </a:lnTo>
                <a:cubicBezTo>
                  <a:pt x="51213" y="4248150"/>
                  <a:pt x="0" y="4196937"/>
                  <a:pt x="0" y="41338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4668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98520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59E0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92247" y="1866900"/>
            <a:ext cx="342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40355" y="25908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49880" y="2971800"/>
            <a:ext cx="1857375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time, cost, and effort required for all healthcare processes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13960" y="1466850"/>
            <a:ext cx="2162175" cy="4248150"/>
          </a:xfrm>
          <a:custGeom>
            <a:avLst/>
            <a:gdLst/>
            <a:ahLst/>
            <a:cxnLst/>
            <a:rect l="l" t="t" r="r" b="b"/>
            <a:pathLst>
              <a:path w="2162175" h="42481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7"/>
                </a:lnTo>
                <a:cubicBezTo>
                  <a:pt x="2162175" y="4196979"/>
                  <a:pt x="2111004" y="4248150"/>
                  <a:pt x="2047882" y="4248150"/>
                </a:cubicBezTo>
                <a:lnTo>
                  <a:pt x="114293" y="4248150"/>
                </a:lnTo>
                <a:cubicBezTo>
                  <a:pt x="51213" y="4248150"/>
                  <a:pt x="0" y="4196937"/>
                  <a:pt x="0" y="41338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13960" y="14668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04203" y="1866900"/>
            <a:ext cx="352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6835" y="25908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6360" y="2971800"/>
            <a:ext cx="1857375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Facilitate easy retrieval of patient medical history and information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0440" y="1466850"/>
            <a:ext cx="2162175" cy="4248150"/>
          </a:xfrm>
          <a:custGeom>
            <a:avLst/>
            <a:gdLst/>
            <a:ahLst/>
            <a:cxnLst/>
            <a:rect l="l" t="t" r="r" b="b"/>
            <a:pathLst>
              <a:path w="2162175" h="42481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7"/>
                </a:lnTo>
                <a:cubicBezTo>
                  <a:pt x="2162175" y="4196979"/>
                  <a:pt x="2111004" y="4248150"/>
                  <a:pt x="2047882" y="4248150"/>
                </a:cubicBezTo>
                <a:lnTo>
                  <a:pt x="114293" y="4248150"/>
                </a:lnTo>
                <a:cubicBezTo>
                  <a:pt x="51213" y="4248150"/>
                  <a:pt x="0" y="4196937"/>
                  <a:pt x="0" y="41338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30440" y="14668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031480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59E0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25326" y="1866900"/>
            <a:ext cx="342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73315" y="25908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82840" y="2971800"/>
            <a:ext cx="1857375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patients to choose doctors based on cost and rating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46920" y="1466850"/>
            <a:ext cx="2162175" cy="4248150"/>
          </a:xfrm>
          <a:custGeom>
            <a:avLst/>
            <a:gdLst/>
            <a:ahLst/>
            <a:cxnLst/>
            <a:rect l="l" t="t" r="r" b="b"/>
            <a:pathLst>
              <a:path w="2162175" h="42481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7"/>
                </a:lnTo>
                <a:cubicBezTo>
                  <a:pt x="2162175" y="4196979"/>
                  <a:pt x="2111004" y="4248150"/>
                  <a:pt x="2047882" y="4248150"/>
                </a:cubicBezTo>
                <a:lnTo>
                  <a:pt x="114293" y="4248150"/>
                </a:lnTo>
                <a:cubicBezTo>
                  <a:pt x="51213" y="4248150"/>
                  <a:pt x="0" y="4196937"/>
                  <a:pt x="0" y="41338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46920" y="14668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47960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636687" y="1866900"/>
            <a:ext cx="352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89795" y="25908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Inclusivity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99320" y="2971800"/>
            <a:ext cx="1857375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all age groups, especially elderly patients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5905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457200"/>
                </a:lnTo>
                <a:cubicBezTo>
                  <a:pt x="11430000" y="520284"/>
                  <a:pt x="11378784" y="571500"/>
                  <a:pt x="113157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896076" y="610362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766763" y="6057900"/>
            <a:ext cx="1093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mission: Making healthcare accessible, efficient, and user-friendly for everyone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in traditional healthcare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3276600" cy="1733550"/>
          </a:xfrm>
          <a:custGeom>
            <a:avLst/>
            <a:gdLst/>
            <a:ahLst/>
            <a:cxnLst/>
            <a:rect l="l" t="t" r="r" b="b"/>
            <a:pathLst>
              <a:path w="3276600" h="1733550">
                <a:moveTo>
                  <a:pt x="38100" y="0"/>
                </a:moveTo>
                <a:lnTo>
                  <a:pt x="3162307" y="0"/>
                </a:lnTo>
                <a:cubicBezTo>
                  <a:pt x="3225429" y="0"/>
                  <a:pt x="3276600" y="51171"/>
                  <a:pt x="3276600" y="114293"/>
                </a:cubicBezTo>
                <a:lnTo>
                  <a:pt x="3276600" y="1619257"/>
                </a:lnTo>
                <a:cubicBezTo>
                  <a:pt x="3276600" y="1682379"/>
                  <a:pt x="3225429" y="1733550"/>
                  <a:pt x="3162307" y="1733550"/>
                </a:cubicBez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1733550"/>
          </a:xfrm>
          <a:custGeom>
            <a:avLst/>
            <a:gdLst/>
            <a:ahLst/>
            <a:cxnLst/>
            <a:rect l="l" t="t" r="r" b="b"/>
            <a:pathLst>
              <a:path w="38100" h="1733550">
                <a:moveTo>
                  <a:pt x="38100" y="0"/>
                </a:moveTo>
                <a:lnTo>
                  <a:pt x="38100" y="0"/>
                </a:lnTo>
                <a:lnTo>
                  <a:pt x="38100" y="1733550"/>
                </a:ln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652463" y="16192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1600200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Management Issues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650" y="201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" y="19812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loss risks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232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228600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redundancy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650" y="2628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259080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 retrieval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0" y="1409700"/>
            <a:ext cx="3276600" cy="1733550"/>
          </a:xfrm>
          <a:custGeom>
            <a:avLst/>
            <a:gdLst/>
            <a:ahLst/>
            <a:cxnLst/>
            <a:rect l="l" t="t" r="r" b="b"/>
            <a:pathLst>
              <a:path w="3276600" h="1733550">
                <a:moveTo>
                  <a:pt x="38100" y="0"/>
                </a:moveTo>
                <a:lnTo>
                  <a:pt x="3162307" y="0"/>
                </a:lnTo>
                <a:cubicBezTo>
                  <a:pt x="3225429" y="0"/>
                  <a:pt x="3276600" y="51171"/>
                  <a:pt x="3276600" y="114293"/>
                </a:cubicBezTo>
                <a:lnTo>
                  <a:pt x="3276600" y="1619257"/>
                </a:lnTo>
                <a:cubicBezTo>
                  <a:pt x="3276600" y="1682379"/>
                  <a:pt x="3225429" y="1733550"/>
                  <a:pt x="3162307" y="1733550"/>
                </a:cubicBez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8100" y="1409700"/>
            <a:ext cx="38100" cy="1733550"/>
          </a:xfrm>
          <a:custGeom>
            <a:avLst/>
            <a:gdLst/>
            <a:ahLst/>
            <a:cxnLst/>
            <a:rect l="l" t="t" r="r" b="b"/>
            <a:pathLst>
              <a:path w="38100" h="1733550">
                <a:moveTo>
                  <a:pt x="38100" y="0"/>
                </a:moveTo>
                <a:lnTo>
                  <a:pt x="38100" y="0"/>
                </a:lnTo>
                <a:lnTo>
                  <a:pt x="38100" y="1733550"/>
                </a:ln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7" name="Shape 15"/>
          <p:cNvSpPr/>
          <p:nvPr/>
        </p:nvSpPr>
        <p:spPr>
          <a:xfrm>
            <a:off x="4086225" y="1619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8" name="Text 16"/>
          <p:cNvSpPr/>
          <p:nvPr/>
        </p:nvSpPr>
        <p:spPr>
          <a:xfrm>
            <a:off x="4457700" y="1600200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Gap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57650" y="1981200"/>
            <a:ext cx="2952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 lack sufficient information about nearby clinics, services, and available doctors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295650"/>
            <a:ext cx="3276600" cy="1638300"/>
          </a:xfrm>
          <a:custGeom>
            <a:avLst/>
            <a:gdLst/>
            <a:ahLst/>
            <a:cxnLst/>
            <a:rect l="l" t="t" r="r" b="b"/>
            <a:pathLst>
              <a:path w="3276600" h="1638300">
                <a:moveTo>
                  <a:pt x="38100" y="0"/>
                </a:moveTo>
                <a:lnTo>
                  <a:pt x="3162296" y="0"/>
                </a:lnTo>
                <a:cubicBezTo>
                  <a:pt x="3225424" y="0"/>
                  <a:pt x="3276600" y="51176"/>
                  <a:pt x="3276600" y="114304"/>
                </a:cubicBezTo>
                <a:lnTo>
                  <a:pt x="3276600" y="1523996"/>
                </a:lnTo>
                <a:cubicBezTo>
                  <a:pt x="3276600" y="1587124"/>
                  <a:pt x="3225424" y="1638300"/>
                  <a:pt x="3162296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0050" y="329565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2463" y="3505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130329" y="98271"/>
                </a:moveTo>
                <a:cubicBezTo>
                  <a:pt x="126132" y="94074"/>
                  <a:pt x="119345" y="94074"/>
                  <a:pt x="115193" y="98271"/>
                </a:cubicBezTo>
                <a:lnTo>
                  <a:pt x="100057" y="113407"/>
                </a:lnTo>
                <a:lnTo>
                  <a:pt x="84921" y="98271"/>
                </a:lnTo>
                <a:cubicBezTo>
                  <a:pt x="80724" y="94074"/>
                  <a:pt x="73938" y="94074"/>
                  <a:pt x="69786" y="98271"/>
                </a:cubicBezTo>
                <a:cubicBezTo>
                  <a:pt x="65633" y="102468"/>
                  <a:pt x="65589" y="109255"/>
                  <a:pt x="69786" y="113407"/>
                </a:cubicBezTo>
                <a:lnTo>
                  <a:pt x="84921" y="128543"/>
                </a:lnTo>
                <a:lnTo>
                  <a:pt x="69786" y="143679"/>
                </a:lnTo>
                <a:cubicBezTo>
                  <a:pt x="65589" y="147876"/>
                  <a:pt x="65589" y="154662"/>
                  <a:pt x="69786" y="158814"/>
                </a:cubicBezTo>
                <a:cubicBezTo>
                  <a:pt x="73982" y="162967"/>
                  <a:pt x="80769" y="163011"/>
                  <a:pt x="84921" y="158814"/>
                </a:cubicBezTo>
                <a:lnTo>
                  <a:pt x="100057" y="143679"/>
                </a:lnTo>
                <a:lnTo>
                  <a:pt x="115193" y="158814"/>
                </a:lnTo>
                <a:cubicBezTo>
                  <a:pt x="119390" y="163011"/>
                  <a:pt x="126176" y="163011"/>
                  <a:pt x="130329" y="158814"/>
                </a:cubicBezTo>
                <a:cubicBezTo>
                  <a:pt x="134481" y="154618"/>
                  <a:pt x="134526" y="147831"/>
                  <a:pt x="130329" y="143679"/>
                </a:cubicBezTo>
                <a:lnTo>
                  <a:pt x="115193" y="128543"/>
                </a:lnTo>
                <a:lnTo>
                  <a:pt x="130329" y="113407"/>
                </a:lnTo>
                <a:cubicBezTo>
                  <a:pt x="134526" y="109210"/>
                  <a:pt x="134526" y="102424"/>
                  <a:pt x="130329" y="98271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9650" y="34861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 Inefficiency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3867150"/>
            <a:ext cx="2952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appointment booking wastes time and causes delays for patients and staff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0" y="3295650"/>
            <a:ext cx="3276600" cy="1638300"/>
          </a:xfrm>
          <a:custGeom>
            <a:avLst/>
            <a:gdLst/>
            <a:ahLst/>
            <a:cxnLst/>
            <a:rect l="l" t="t" r="r" b="b"/>
            <a:pathLst>
              <a:path w="3276600" h="1638300">
                <a:moveTo>
                  <a:pt x="38100" y="0"/>
                </a:moveTo>
                <a:lnTo>
                  <a:pt x="3162296" y="0"/>
                </a:lnTo>
                <a:cubicBezTo>
                  <a:pt x="3225424" y="0"/>
                  <a:pt x="3276600" y="51176"/>
                  <a:pt x="3276600" y="114304"/>
                </a:cubicBezTo>
                <a:lnTo>
                  <a:pt x="3276600" y="1523996"/>
                </a:lnTo>
                <a:cubicBezTo>
                  <a:pt x="3276600" y="1587124"/>
                  <a:pt x="3225424" y="1638300"/>
                  <a:pt x="3162296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8100" y="329565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7" name="Shape 25"/>
          <p:cNvSpPr/>
          <p:nvPr/>
        </p:nvSpPr>
        <p:spPr>
          <a:xfrm>
            <a:off x="4086225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8" name="Text 26"/>
          <p:cNvSpPr/>
          <p:nvPr/>
        </p:nvSpPr>
        <p:spPr>
          <a:xfrm>
            <a:off x="4457700" y="34861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Challenges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57650" y="3867150"/>
            <a:ext cx="2952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Elderly patients struggle to remember medication doses and scheduled appointments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5086350"/>
            <a:ext cx="6724650" cy="1390650"/>
          </a:xfrm>
          <a:custGeom>
            <a:avLst/>
            <a:gdLst/>
            <a:ahLst/>
            <a:cxnLst/>
            <a:rect l="l" t="t" r="r" b="b"/>
            <a:pathLst>
              <a:path w="6724650" h="1390650">
                <a:moveTo>
                  <a:pt x="38100" y="0"/>
                </a:moveTo>
                <a:lnTo>
                  <a:pt x="6610352" y="0"/>
                </a:lnTo>
                <a:cubicBezTo>
                  <a:pt x="6673477" y="0"/>
                  <a:pt x="6724650" y="51173"/>
                  <a:pt x="6724650" y="114298"/>
                </a:cubicBezTo>
                <a:lnTo>
                  <a:pt x="6724650" y="1276352"/>
                </a:lnTo>
                <a:cubicBezTo>
                  <a:pt x="6724650" y="1339477"/>
                  <a:pt x="6673477" y="1390650"/>
                  <a:pt x="6610352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0050" y="50863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2" name="Shape 30"/>
          <p:cNvSpPr/>
          <p:nvPr/>
        </p:nvSpPr>
        <p:spPr>
          <a:xfrm>
            <a:off x="638175" y="529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3" name="Text 31"/>
          <p:cNvSpPr/>
          <p:nvPr/>
        </p:nvSpPr>
        <p:spPr>
          <a:xfrm>
            <a:off x="1009650" y="52768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Fragmentation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9600" y="5657850"/>
            <a:ext cx="6400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Absence of an integrated system makes organizing medical records and providing smooth healthcare experience difficult</a:t>
            </a:r>
            <a:endParaRPr lang="en-US" sz="1600" dirty="0"/>
          </a:p>
        </p:txBody>
      </p:sp>
      <p:pic>
        <p:nvPicPr>
          <p:cNvPr id="35" name="Image 0" descr="https://kimi-web-img.moonshot.cn/img/www.99mgmt.com/fd61079aed3c4acb036c5a9727f2aede7a3ec344.jpg">    </p:cNvPr>
          <p:cNvPicPr>
            <a:picLocks noChangeAspect="1"/>
          </p:cNvPicPr>
          <p:nvPr/>
        </p:nvPicPr>
        <p:blipFill>
          <a:blip r:embed="rId1"/>
          <a:srcRect l="6052" r="6052" t="0" b="0"/>
          <a:stretch/>
        </p:blipFill>
        <p:spPr>
          <a:xfrm>
            <a:off x="7315200" y="1409700"/>
            <a:ext cx="4495800" cy="3409950"/>
          </a:xfrm>
          <a:prstGeom prst="roundRect">
            <a:avLst>
              <a:gd name="adj" fmla="val 3352"/>
            </a:avLst>
          </a:prstGeom>
        </p:spPr>
      </p:pic>
      <p:sp>
        <p:nvSpPr>
          <p:cNvPr id="36" name="Shape 33"/>
          <p:cNvSpPr/>
          <p:nvPr/>
        </p:nvSpPr>
        <p:spPr>
          <a:xfrm>
            <a:off x="7315200" y="4972050"/>
            <a:ext cx="4495800" cy="1504950"/>
          </a:xfrm>
          <a:custGeom>
            <a:avLst/>
            <a:gdLst/>
            <a:ahLst/>
            <a:cxnLst/>
            <a:rect l="l" t="t" r="r" b="b"/>
            <a:pathLst>
              <a:path w="4495800" h="1504950">
                <a:moveTo>
                  <a:pt x="114301" y="0"/>
                </a:moveTo>
                <a:lnTo>
                  <a:pt x="4381499" y="0"/>
                </a:lnTo>
                <a:cubicBezTo>
                  <a:pt x="4444626" y="0"/>
                  <a:pt x="4495800" y="51174"/>
                  <a:pt x="4495800" y="114301"/>
                </a:cubicBezTo>
                <a:lnTo>
                  <a:pt x="4495800" y="1390649"/>
                </a:lnTo>
                <a:cubicBezTo>
                  <a:pt x="4495800" y="1453776"/>
                  <a:pt x="4444626" y="1504950"/>
                  <a:pt x="438149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562850" y="5181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5"/>
          <p:cNvSpPr/>
          <p:nvPr/>
        </p:nvSpPr>
        <p:spPr>
          <a:xfrm>
            <a:off x="7905750" y="516255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505700" y="5543550"/>
            <a:ext cx="4191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digital platform that addresses all these challenges through automation, integration, and user-friendly design.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taffcare.com/11cd8ad3b8bdb027a1e9d00024e5d38470a77035.jpg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685800" y="1479235"/>
            <a:ext cx="2021443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59E0B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2995613"/>
            <a:ext cx="1141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4652963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938713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research and literature survey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Digital Transformation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paradigm shift toward digital healthcare delivery</a:t>
            </a:r>
            <a:endParaRPr lang="en-US" sz="1600" dirty="0"/>
          </a:p>
        </p:txBody>
      </p:sp>
      <p:pic>
        <p:nvPicPr>
          <p:cNvPr id="5" name="Image 0" descr="https://kimi-web-img.moonshot.cn/img/www.veritis.com/3c953c260b480c4ac9a9af1800ee79181d599990.jpg">    </p:cNvPr>
          <p:cNvPicPr>
            <a:picLocks noChangeAspect="1"/>
          </p:cNvPicPr>
          <p:nvPr/>
        </p:nvPicPr>
        <p:blipFill>
          <a:blip r:embed="rId1"/>
          <a:srcRect l="21928" r="21928" t="0" b="0"/>
          <a:stretch/>
        </p:blipFill>
        <p:spPr>
          <a:xfrm>
            <a:off x="381000" y="1409700"/>
            <a:ext cx="5057775" cy="5067300"/>
          </a:xfrm>
          <a:prstGeom prst="roundRect">
            <a:avLst>
              <a:gd name="adj" fmla="val 226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648325" y="1409700"/>
            <a:ext cx="6162675" cy="1257300"/>
          </a:xfrm>
          <a:custGeom>
            <a:avLst/>
            <a:gdLst/>
            <a:ahLst/>
            <a:cxnLst/>
            <a:rect l="l" t="t" r="r" b="b"/>
            <a:pathLst>
              <a:path w="6162675" h="1257300">
                <a:moveTo>
                  <a:pt x="38100" y="0"/>
                </a:moveTo>
                <a:lnTo>
                  <a:pt x="6048374" y="0"/>
                </a:lnTo>
                <a:cubicBezTo>
                  <a:pt x="6111458" y="0"/>
                  <a:pt x="6162675" y="51217"/>
                  <a:pt x="6162675" y="114301"/>
                </a:cubicBezTo>
                <a:lnTo>
                  <a:pt x="6162675" y="1142999"/>
                </a:lnTo>
                <a:cubicBezTo>
                  <a:pt x="6162675" y="1206083"/>
                  <a:pt x="6111458" y="1257300"/>
                  <a:pt x="6048374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48325" y="14097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5886450" y="1619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257925" y="160020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Evolution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57875" y="1981200"/>
            <a:ext cx="5838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healthcare industry has experienced a paradigm shift toward digitalization, driven by technological advancements and changing patient expectations.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29275" y="2838450"/>
            <a:ext cx="3019425" cy="1619250"/>
          </a:xfrm>
          <a:custGeom>
            <a:avLst/>
            <a:gdLst/>
            <a:ahLst/>
            <a:cxnLst/>
            <a:rect l="l" t="t" r="r" b="b"/>
            <a:pathLst>
              <a:path w="3019425" h="161925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1504947"/>
                </a:lnTo>
                <a:cubicBezTo>
                  <a:pt x="3019425" y="1568033"/>
                  <a:pt x="2968208" y="1619250"/>
                  <a:pt x="29051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9275" y="2838450"/>
            <a:ext cx="3019425" cy="38100"/>
          </a:xfrm>
          <a:custGeom>
            <a:avLst/>
            <a:gdLst/>
            <a:ahLst/>
            <a:cxnLst/>
            <a:rect l="l" t="t" r="r" b="b"/>
            <a:pathLst>
              <a:path w="3019425" h="3810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5793581" y="3048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096000" y="300990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Telemedicine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81675" y="3352800"/>
            <a:ext cx="2790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consultations replacing traditional visits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796338" y="2838450"/>
            <a:ext cx="3019425" cy="1619250"/>
          </a:xfrm>
          <a:custGeom>
            <a:avLst/>
            <a:gdLst/>
            <a:ahLst/>
            <a:cxnLst/>
            <a:rect l="l" t="t" r="r" b="b"/>
            <a:pathLst>
              <a:path w="3019425" h="161925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1504947"/>
                </a:lnTo>
                <a:cubicBezTo>
                  <a:pt x="3019425" y="1568033"/>
                  <a:pt x="2968208" y="1619250"/>
                  <a:pt x="29051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796338" y="2838450"/>
            <a:ext cx="3019425" cy="38100"/>
          </a:xfrm>
          <a:custGeom>
            <a:avLst/>
            <a:gdLst/>
            <a:ahLst/>
            <a:cxnLst/>
            <a:rect l="l" t="t" r="r" b="b"/>
            <a:pathLst>
              <a:path w="3019425" h="3810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Shape 15"/>
          <p:cNvSpPr/>
          <p:nvPr/>
        </p:nvSpPr>
        <p:spPr>
          <a:xfrm>
            <a:off x="8960644" y="3048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9263063" y="3009900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948738" y="3352800"/>
            <a:ext cx="2790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platforms for comprehensive care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29275" y="4629150"/>
            <a:ext cx="3019425" cy="1847850"/>
          </a:xfrm>
          <a:custGeom>
            <a:avLst/>
            <a:gdLst/>
            <a:ahLst/>
            <a:cxnLst/>
            <a:rect l="l" t="t" r="r" b="b"/>
            <a:pathLst>
              <a:path w="3019425" h="184785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1733542"/>
                </a:lnTo>
                <a:cubicBezTo>
                  <a:pt x="3019425" y="1796673"/>
                  <a:pt x="2968248" y="1847850"/>
                  <a:pt x="2905117" y="1847850"/>
                </a:cubicBezTo>
                <a:lnTo>
                  <a:pt x="114308" y="1847850"/>
                </a:lnTo>
                <a:cubicBezTo>
                  <a:pt x="51177" y="1847850"/>
                  <a:pt x="0" y="1796673"/>
                  <a:pt x="0" y="17335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29275" y="4629150"/>
            <a:ext cx="3019425" cy="38100"/>
          </a:xfrm>
          <a:custGeom>
            <a:avLst/>
            <a:gdLst/>
            <a:ahLst/>
            <a:cxnLst/>
            <a:rect l="l" t="t" r="r" b="b"/>
            <a:pathLst>
              <a:path w="3019425" h="3810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Shape 20"/>
          <p:cNvSpPr/>
          <p:nvPr/>
        </p:nvSpPr>
        <p:spPr>
          <a:xfrm>
            <a:off x="5781675" y="48387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6096000" y="480060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Expectations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781675" y="5143500"/>
            <a:ext cx="2790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 now expect the same convenience in healthcare as in e-commerce and digital banking.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796338" y="4629150"/>
            <a:ext cx="3019425" cy="1847850"/>
          </a:xfrm>
          <a:custGeom>
            <a:avLst/>
            <a:gdLst/>
            <a:ahLst/>
            <a:cxnLst/>
            <a:rect l="l" t="t" r="r" b="b"/>
            <a:pathLst>
              <a:path w="3019425" h="184785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1733542"/>
                </a:lnTo>
                <a:cubicBezTo>
                  <a:pt x="3019425" y="1796673"/>
                  <a:pt x="2968248" y="1847850"/>
                  <a:pt x="2905117" y="1847850"/>
                </a:cubicBezTo>
                <a:lnTo>
                  <a:pt x="114308" y="1847850"/>
                </a:lnTo>
                <a:cubicBezTo>
                  <a:pt x="51177" y="1847850"/>
                  <a:pt x="0" y="1796673"/>
                  <a:pt x="0" y="17335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796338" y="4629150"/>
            <a:ext cx="3019425" cy="38100"/>
          </a:xfrm>
          <a:custGeom>
            <a:avLst/>
            <a:gdLst/>
            <a:ahLst/>
            <a:cxnLst/>
            <a:rect l="l" t="t" r="r" b="b"/>
            <a:pathLst>
              <a:path w="3019425" h="3810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8972550" y="4838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0133" y="14883"/>
                </a:moveTo>
                <a:cubicBezTo>
                  <a:pt x="110133" y="6660"/>
                  <a:pt x="103473" y="0"/>
                  <a:pt x="95250" y="0"/>
                </a:cubicBezTo>
                <a:cubicBezTo>
                  <a:pt x="87027" y="0"/>
                  <a:pt x="80367" y="6660"/>
                  <a:pt x="80367" y="14883"/>
                </a:cubicBezTo>
                <a:cubicBezTo>
                  <a:pt x="80367" y="31291"/>
                  <a:pt x="60536" y="39477"/>
                  <a:pt x="48927" y="27905"/>
                </a:cubicBezTo>
                <a:cubicBezTo>
                  <a:pt x="43123" y="22101"/>
                  <a:pt x="33710" y="22101"/>
                  <a:pt x="27868" y="27905"/>
                </a:cubicBezTo>
                <a:cubicBezTo>
                  <a:pt x="22027" y="33710"/>
                  <a:pt x="22064" y="43123"/>
                  <a:pt x="27868" y="48964"/>
                </a:cubicBezTo>
                <a:cubicBezTo>
                  <a:pt x="39477" y="60573"/>
                  <a:pt x="31254" y="80404"/>
                  <a:pt x="14846" y="80404"/>
                </a:cubicBezTo>
                <a:cubicBezTo>
                  <a:pt x="6623" y="80404"/>
                  <a:pt x="-37" y="87064"/>
                  <a:pt x="-37" y="95287"/>
                </a:cubicBezTo>
                <a:cubicBezTo>
                  <a:pt x="-37" y="103510"/>
                  <a:pt x="6623" y="110170"/>
                  <a:pt x="14846" y="110170"/>
                </a:cubicBezTo>
                <a:cubicBezTo>
                  <a:pt x="31254" y="110170"/>
                  <a:pt x="39439" y="130001"/>
                  <a:pt x="27868" y="141610"/>
                </a:cubicBezTo>
                <a:cubicBezTo>
                  <a:pt x="22064" y="147414"/>
                  <a:pt x="22064" y="156828"/>
                  <a:pt x="27868" y="162669"/>
                </a:cubicBezTo>
                <a:cubicBezTo>
                  <a:pt x="33672" y="168511"/>
                  <a:pt x="43086" y="168473"/>
                  <a:pt x="48927" y="162669"/>
                </a:cubicBezTo>
                <a:cubicBezTo>
                  <a:pt x="60536" y="151061"/>
                  <a:pt x="80367" y="159283"/>
                  <a:pt x="80367" y="175692"/>
                </a:cubicBezTo>
                <a:cubicBezTo>
                  <a:pt x="80367" y="183914"/>
                  <a:pt x="87027" y="190574"/>
                  <a:pt x="95250" y="190574"/>
                </a:cubicBezTo>
                <a:cubicBezTo>
                  <a:pt x="103473" y="190574"/>
                  <a:pt x="110133" y="183914"/>
                  <a:pt x="110133" y="175692"/>
                </a:cubicBezTo>
                <a:cubicBezTo>
                  <a:pt x="110133" y="159283"/>
                  <a:pt x="129964" y="151098"/>
                  <a:pt x="141573" y="162669"/>
                </a:cubicBezTo>
                <a:cubicBezTo>
                  <a:pt x="147377" y="168473"/>
                  <a:pt x="156790" y="168473"/>
                  <a:pt x="162632" y="162669"/>
                </a:cubicBezTo>
                <a:cubicBezTo>
                  <a:pt x="168473" y="156865"/>
                  <a:pt x="168436" y="147451"/>
                  <a:pt x="162632" y="141610"/>
                </a:cubicBezTo>
                <a:cubicBezTo>
                  <a:pt x="151023" y="130001"/>
                  <a:pt x="159246" y="110170"/>
                  <a:pt x="175654" y="110170"/>
                </a:cubicBezTo>
                <a:cubicBezTo>
                  <a:pt x="183877" y="110170"/>
                  <a:pt x="190537" y="103510"/>
                  <a:pt x="190537" y="95287"/>
                </a:cubicBezTo>
                <a:cubicBezTo>
                  <a:pt x="190537" y="87064"/>
                  <a:pt x="183877" y="80404"/>
                  <a:pt x="175654" y="80404"/>
                </a:cubicBezTo>
                <a:cubicBezTo>
                  <a:pt x="159246" y="80404"/>
                  <a:pt x="151061" y="60573"/>
                  <a:pt x="162632" y="48964"/>
                </a:cubicBezTo>
                <a:cubicBezTo>
                  <a:pt x="168436" y="43160"/>
                  <a:pt x="168436" y="33747"/>
                  <a:pt x="162632" y="27905"/>
                </a:cubicBezTo>
                <a:cubicBezTo>
                  <a:pt x="156828" y="22064"/>
                  <a:pt x="147414" y="22101"/>
                  <a:pt x="141573" y="27905"/>
                </a:cubicBezTo>
                <a:cubicBezTo>
                  <a:pt x="129964" y="39477"/>
                  <a:pt x="110133" y="31291"/>
                  <a:pt x="110133" y="14883"/>
                </a:cubicBezTo>
                <a:close/>
                <a:moveTo>
                  <a:pt x="59531" y="83344"/>
                </a:moveTo>
                <a:cubicBezTo>
                  <a:pt x="59531" y="76773"/>
                  <a:pt x="64866" y="71438"/>
                  <a:pt x="71438" y="71438"/>
                </a:cubicBezTo>
                <a:cubicBezTo>
                  <a:pt x="78009" y="71438"/>
                  <a:pt x="83344" y="76773"/>
                  <a:pt x="83344" y="83344"/>
                </a:cubicBezTo>
                <a:cubicBezTo>
                  <a:pt x="83344" y="89915"/>
                  <a:pt x="78009" y="95250"/>
                  <a:pt x="71438" y="95250"/>
                </a:cubicBezTo>
                <a:cubicBezTo>
                  <a:pt x="64866" y="95250"/>
                  <a:pt x="59531" y="89915"/>
                  <a:pt x="59531" y="83344"/>
                </a:cubicBezTo>
                <a:close/>
                <a:moveTo>
                  <a:pt x="119063" y="95250"/>
                </a:moveTo>
                <a:cubicBezTo>
                  <a:pt x="125634" y="95250"/>
                  <a:pt x="130969" y="100585"/>
                  <a:pt x="130969" y="107156"/>
                </a:cubicBezTo>
                <a:cubicBezTo>
                  <a:pt x="130969" y="113727"/>
                  <a:pt x="125634" y="119063"/>
                  <a:pt x="119063" y="119063"/>
                </a:cubicBezTo>
                <a:cubicBezTo>
                  <a:pt x="112491" y="119063"/>
                  <a:pt x="107156" y="113727"/>
                  <a:pt x="107156" y="107156"/>
                </a:cubicBezTo>
                <a:cubicBezTo>
                  <a:pt x="107156" y="100585"/>
                  <a:pt x="112491" y="95250"/>
                  <a:pt x="119063" y="952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9263063" y="48006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COVID-19 Impact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948738" y="5143500"/>
            <a:ext cx="2790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Accelerated transformation, demonstrating viability of remote healthcare services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of Existing Systems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of current healthcare platforms globally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90650"/>
            <a:ext cx="3705225" cy="4400550"/>
          </a:xfrm>
          <a:custGeom>
            <a:avLst/>
            <a:gdLst/>
            <a:ahLst/>
            <a:cxnLst/>
            <a:rect l="l" t="t" r="r" b="b"/>
            <a:pathLst>
              <a:path w="3705225" h="4400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286244"/>
                </a:lnTo>
                <a:cubicBezTo>
                  <a:pt x="3705225" y="4349373"/>
                  <a:pt x="3654048" y="4400550"/>
                  <a:pt x="3590919" y="4400550"/>
                </a:cubicBezTo>
                <a:lnTo>
                  <a:pt x="114306" y="4400550"/>
                </a:lnTo>
                <a:cubicBezTo>
                  <a:pt x="51177" y="4400550"/>
                  <a:pt x="0" y="4349373"/>
                  <a:pt x="0" y="4286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545306" y="1600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47725" y="156210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Telemedicine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1943100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20193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Teladoc Health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209800"/>
            <a:ext cx="330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virtual consultations, mental health services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888" y="24154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60432" y="0"/>
                  <a:pt x="63445" y="1808"/>
                  <a:pt x="65008" y="4688"/>
                </a:cubicBezTo>
                <a:lnTo>
                  <a:pt x="113228" y="93985"/>
                </a:lnTo>
                <a:cubicBezTo>
                  <a:pt x="114724" y="96753"/>
                  <a:pt x="114657" y="100102"/>
                  <a:pt x="113050" y="102803"/>
                </a:cubicBezTo>
                <a:cubicBezTo>
                  <a:pt x="111442" y="105504"/>
                  <a:pt x="108518" y="107156"/>
                  <a:pt x="105370" y="107156"/>
                </a:cubicBezTo>
                <a:lnTo>
                  <a:pt x="8930" y="107156"/>
                </a:lnTo>
                <a:cubicBezTo>
                  <a:pt x="5782" y="107156"/>
                  <a:pt x="2880" y="105504"/>
                  <a:pt x="1250" y="102803"/>
                </a:cubicBezTo>
                <a:cubicBezTo>
                  <a:pt x="-380" y="100102"/>
                  <a:pt x="-424" y="96753"/>
                  <a:pt x="1072" y="93985"/>
                </a:cubicBezTo>
                <a:lnTo>
                  <a:pt x="49292" y="4688"/>
                </a:lnTo>
                <a:cubicBezTo>
                  <a:pt x="50855" y="1808"/>
                  <a:pt x="53868" y="0"/>
                  <a:pt x="57150" y="0"/>
                </a:cubicBezTo>
                <a:close/>
                <a:moveTo>
                  <a:pt x="57150" y="37505"/>
                </a:moveTo>
                <a:cubicBezTo>
                  <a:pt x="54181" y="37505"/>
                  <a:pt x="51792" y="39893"/>
                  <a:pt x="51792" y="42863"/>
                </a:cubicBezTo>
                <a:lnTo>
                  <a:pt x="51792" y="67866"/>
                </a:lnTo>
                <a:cubicBezTo>
                  <a:pt x="51792" y="70835"/>
                  <a:pt x="54181" y="73223"/>
                  <a:pt x="57150" y="73223"/>
                </a:cubicBezTo>
                <a:cubicBezTo>
                  <a:pt x="60119" y="73223"/>
                  <a:pt x="62508" y="70835"/>
                  <a:pt x="62508" y="67866"/>
                </a:cubicBezTo>
                <a:lnTo>
                  <a:pt x="62508" y="42863"/>
                </a:lnTo>
                <a:cubicBezTo>
                  <a:pt x="62508" y="39893"/>
                  <a:pt x="60119" y="37505"/>
                  <a:pt x="57150" y="37505"/>
                </a:cubicBezTo>
                <a:close/>
                <a:moveTo>
                  <a:pt x="63111" y="85725"/>
                </a:moveTo>
                <a:cubicBezTo>
                  <a:pt x="63246" y="83513"/>
                  <a:pt x="62143" y="81408"/>
                  <a:pt x="60246" y="80260"/>
                </a:cubicBezTo>
                <a:cubicBezTo>
                  <a:pt x="58349" y="79113"/>
                  <a:pt x="55973" y="79113"/>
                  <a:pt x="54076" y="80260"/>
                </a:cubicBezTo>
                <a:cubicBezTo>
                  <a:pt x="52180" y="81408"/>
                  <a:pt x="51076" y="83513"/>
                  <a:pt x="51212" y="85725"/>
                </a:cubicBezTo>
                <a:cubicBezTo>
                  <a:pt x="51076" y="87937"/>
                  <a:pt x="52180" y="90042"/>
                  <a:pt x="54076" y="91190"/>
                </a:cubicBezTo>
                <a:cubicBezTo>
                  <a:pt x="55973" y="92337"/>
                  <a:pt x="58349" y="92337"/>
                  <a:pt x="60246" y="91190"/>
                </a:cubicBezTo>
                <a:cubicBezTo>
                  <a:pt x="62143" y="90042"/>
                  <a:pt x="63246" y="87937"/>
                  <a:pt x="63111" y="857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3" name="Text 11"/>
          <p:cNvSpPr/>
          <p:nvPr/>
        </p:nvSpPr>
        <p:spPr>
          <a:xfrm>
            <a:off x="752475" y="2400184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pharmacy integration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" y="2704863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2781063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On Demand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2971563"/>
            <a:ext cx="330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consultations for urgent care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888" y="317718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60432" y="0"/>
                  <a:pt x="63445" y="1808"/>
                  <a:pt x="65008" y="4688"/>
                </a:cubicBezTo>
                <a:lnTo>
                  <a:pt x="113228" y="93985"/>
                </a:lnTo>
                <a:cubicBezTo>
                  <a:pt x="114724" y="96753"/>
                  <a:pt x="114657" y="100102"/>
                  <a:pt x="113050" y="102803"/>
                </a:cubicBezTo>
                <a:cubicBezTo>
                  <a:pt x="111442" y="105504"/>
                  <a:pt x="108518" y="107156"/>
                  <a:pt x="105370" y="107156"/>
                </a:cubicBezTo>
                <a:lnTo>
                  <a:pt x="8930" y="107156"/>
                </a:lnTo>
                <a:cubicBezTo>
                  <a:pt x="5782" y="107156"/>
                  <a:pt x="2880" y="105504"/>
                  <a:pt x="1250" y="102803"/>
                </a:cubicBezTo>
                <a:cubicBezTo>
                  <a:pt x="-380" y="100102"/>
                  <a:pt x="-424" y="96753"/>
                  <a:pt x="1072" y="93985"/>
                </a:cubicBezTo>
                <a:lnTo>
                  <a:pt x="49292" y="4688"/>
                </a:lnTo>
                <a:cubicBezTo>
                  <a:pt x="50855" y="1808"/>
                  <a:pt x="53868" y="0"/>
                  <a:pt x="57150" y="0"/>
                </a:cubicBezTo>
                <a:close/>
                <a:moveTo>
                  <a:pt x="57150" y="37505"/>
                </a:moveTo>
                <a:cubicBezTo>
                  <a:pt x="54181" y="37505"/>
                  <a:pt x="51792" y="39893"/>
                  <a:pt x="51792" y="42863"/>
                </a:cubicBezTo>
                <a:lnTo>
                  <a:pt x="51792" y="67866"/>
                </a:lnTo>
                <a:cubicBezTo>
                  <a:pt x="51792" y="70835"/>
                  <a:pt x="54181" y="73223"/>
                  <a:pt x="57150" y="73223"/>
                </a:cubicBezTo>
                <a:cubicBezTo>
                  <a:pt x="60119" y="73223"/>
                  <a:pt x="62508" y="70835"/>
                  <a:pt x="62508" y="67866"/>
                </a:cubicBezTo>
                <a:lnTo>
                  <a:pt x="62508" y="42863"/>
                </a:lnTo>
                <a:cubicBezTo>
                  <a:pt x="62508" y="39893"/>
                  <a:pt x="60119" y="37505"/>
                  <a:pt x="57150" y="37505"/>
                </a:cubicBezTo>
                <a:close/>
                <a:moveTo>
                  <a:pt x="63111" y="85725"/>
                </a:moveTo>
                <a:cubicBezTo>
                  <a:pt x="63246" y="83513"/>
                  <a:pt x="62143" y="81408"/>
                  <a:pt x="60246" y="80260"/>
                </a:cubicBezTo>
                <a:cubicBezTo>
                  <a:pt x="58349" y="79113"/>
                  <a:pt x="55973" y="79113"/>
                  <a:pt x="54076" y="80260"/>
                </a:cubicBezTo>
                <a:cubicBezTo>
                  <a:pt x="52180" y="81408"/>
                  <a:pt x="51076" y="83513"/>
                  <a:pt x="51212" y="85725"/>
                </a:cubicBezTo>
                <a:cubicBezTo>
                  <a:pt x="51076" y="87937"/>
                  <a:pt x="52180" y="90042"/>
                  <a:pt x="54076" y="91190"/>
                </a:cubicBezTo>
                <a:cubicBezTo>
                  <a:pt x="55973" y="92337"/>
                  <a:pt x="58349" y="92337"/>
                  <a:pt x="60246" y="91190"/>
                </a:cubicBezTo>
                <a:cubicBezTo>
                  <a:pt x="62143" y="90042"/>
                  <a:pt x="63246" y="87937"/>
                  <a:pt x="63111" y="857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8" name="Text 16"/>
          <p:cNvSpPr/>
          <p:nvPr/>
        </p:nvSpPr>
        <p:spPr>
          <a:xfrm>
            <a:off x="752475" y="3161942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integrated pharmacy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1721" y="1390650"/>
            <a:ext cx="3705225" cy="4400550"/>
          </a:xfrm>
          <a:custGeom>
            <a:avLst/>
            <a:gdLst/>
            <a:ahLst/>
            <a:cxnLst/>
            <a:rect l="l" t="t" r="r" b="b"/>
            <a:pathLst>
              <a:path w="3705225" h="4400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286244"/>
                </a:lnTo>
                <a:cubicBezTo>
                  <a:pt x="3705225" y="4349373"/>
                  <a:pt x="3654048" y="4400550"/>
                  <a:pt x="3590919" y="4400550"/>
                </a:cubicBezTo>
                <a:lnTo>
                  <a:pt x="114306" y="4400550"/>
                </a:lnTo>
                <a:cubicBezTo>
                  <a:pt x="51177" y="4400550"/>
                  <a:pt x="0" y="4349373"/>
                  <a:pt x="0" y="4286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41721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4417933" y="160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41672"/>
                </a:moveTo>
                <a:cubicBezTo>
                  <a:pt x="23812" y="31812"/>
                  <a:pt x="31812" y="23812"/>
                  <a:pt x="41672" y="23812"/>
                </a:cubicBezTo>
                <a:cubicBezTo>
                  <a:pt x="51532" y="23812"/>
                  <a:pt x="59531" y="31812"/>
                  <a:pt x="59531" y="41672"/>
                </a:cubicBezTo>
                <a:lnTo>
                  <a:pt x="59531" y="83344"/>
                </a:lnTo>
                <a:lnTo>
                  <a:pt x="23812" y="83344"/>
                </a:lnTo>
                <a:lnTo>
                  <a:pt x="23812" y="41672"/>
                </a:lnTo>
                <a:close/>
                <a:moveTo>
                  <a:pt x="65484" y="136922"/>
                </a:moveTo>
                <a:cubicBezTo>
                  <a:pt x="65484" y="118802"/>
                  <a:pt x="72219" y="102245"/>
                  <a:pt x="83344" y="89669"/>
                </a:cubicBezTo>
                <a:lnTo>
                  <a:pt x="83344" y="41672"/>
                </a:lnTo>
                <a:cubicBezTo>
                  <a:pt x="83344" y="18641"/>
                  <a:pt x="64703" y="0"/>
                  <a:pt x="41672" y="0"/>
                </a:cubicBezTo>
                <a:cubicBezTo>
                  <a:pt x="18641" y="0"/>
                  <a:pt x="0" y="18641"/>
                  <a:pt x="0" y="41672"/>
                </a:cubicBezTo>
                <a:lnTo>
                  <a:pt x="0" y="148828"/>
                </a:lnTo>
                <a:cubicBezTo>
                  <a:pt x="0" y="171859"/>
                  <a:pt x="18641" y="190500"/>
                  <a:pt x="41672" y="190500"/>
                </a:cubicBezTo>
                <a:cubicBezTo>
                  <a:pt x="55550" y="190500"/>
                  <a:pt x="67828" y="183728"/>
                  <a:pt x="75419" y="173273"/>
                </a:cubicBezTo>
                <a:cubicBezTo>
                  <a:pt x="69093" y="162632"/>
                  <a:pt x="65484" y="150205"/>
                  <a:pt x="65484" y="136922"/>
                </a:cubicBezTo>
                <a:close/>
                <a:moveTo>
                  <a:pt x="89557" y="161999"/>
                </a:moveTo>
                <a:cubicBezTo>
                  <a:pt x="91269" y="165236"/>
                  <a:pt x="95622" y="165608"/>
                  <a:pt x="98227" y="163004"/>
                </a:cubicBezTo>
                <a:lnTo>
                  <a:pt x="163004" y="98227"/>
                </a:lnTo>
                <a:cubicBezTo>
                  <a:pt x="165608" y="95622"/>
                  <a:pt x="165236" y="91269"/>
                  <a:pt x="161999" y="89557"/>
                </a:cubicBezTo>
                <a:cubicBezTo>
                  <a:pt x="154521" y="85576"/>
                  <a:pt x="146000" y="83344"/>
                  <a:pt x="136922" y="83344"/>
                </a:cubicBezTo>
                <a:cubicBezTo>
                  <a:pt x="107342" y="83344"/>
                  <a:pt x="83344" y="107342"/>
                  <a:pt x="83344" y="136922"/>
                </a:cubicBezTo>
                <a:cubicBezTo>
                  <a:pt x="83344" y="145963"/>
                  <a:pt x="85576" y="154521"/>
                  <a:pt x="89557" y="161999"/>
                </a:cubicBezTo>
                <a:close/>
                <a:moveTo>
                  <a:pt x="110840" y="175617"/>
                </a:moveTo>
                <a:cubicBezTo>
                  <a:pt x="108235" y="178222"/>
                  <a:pt x="108607" y="182575"/>
                  <a:pt x="111844" y="184286"/>
                </a:cubicBezTo>
                <a:cubicBezTo>
                  <a:pt x="119323" y="188268"/>
                  <a:pt x="127843" y="190500"/>
                  <a:pt x="136922" y="190500"/>
                </a:cubicBezTo>
                <a:cubicBezTo>
                  <a:pt x="166501" y="190500"/>
                  <a:pt x="190500" y="166501"/>
                  <a:pt x="190500" y="136922"/>
                </a:cubicBezTo>
                <a:cubicBezTo>
                  <a:pt x="190500" y="127881"/>
                  <a:pt x="188268" y="119323"/>
                  <a:pt x="184286" y="111844"/>
                </a:cubicBezTo>
                <a:cubicBezTo>
                  <a:pt x="182575" y="108607"/>
                  <a:pt x="178222" y="108235"/>
                  <a:pt x="175617" y="110840"/>
                </a:cubicBezTo>
                <a:lnTo>
                  <a:pt x="110840" y="175617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08446" y="1562100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E-Pharmacy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94121" y="1943100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470321" y="20193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1mg (Tata 1mg)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70321" y="2209800"/>
            <a:ext cx="330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medicine ordering, diagnostic tests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84608" y="24154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60432" y="0"/>
                  <a:pt x="63445" y="1808"/>
                  <a:pt x="65008" y="4688"/>
                </a:cubicBezTo>
                <a:lnTo>
                  <a:pt x="113228" y="93985"/>
                </a:lnTo>
                <a:cubicBezTo>
                  <a:pt x="114724" y="96753"/>
                  <a:pt x="114657" y="100102"/>
                  <a:pt x="113050" y="102803"/>
                </a:cubicBezTo>
                <a:cubicBezTo>
                  <a:pt x="111442" y="105504"/>
                  <a:pt x="108518" y="107156"/>
                  <a:pt x="105370" y="107156"/>
                </a:cubicBezTo>
                <a:lnTo>
                  <a:pt x="8930" y="107156"/>
                </a:lnTo>
                <a:cubicBezTo>
                  <a:pt x="5782" y="107156"/>
                  <a:pt x="2880" y="105504"/>
                  <a:pt x="1250" y="102803"/>
                </a:cubicBezTo>
                <a:cubicBezTo>
                  <a:pt x="-380" y="100102"/>
                  <a:pt x="-424" y="96753"/>
                  <a:pt x="1072" y="93985"/>
                </a:cubicBezTo>
                <a:lnTo>
                  <a:pt x="49292" y="4688"/>
                </a:lnTo>
                <a:cubicBezTo>
                  <a:pt x="50855" y="1808"/>
                  <a:pt x="53868" y="0"/>
                  <a:pt x="57150" y="0"/>
                </a:cubicBezTo>
                <a:close/>
                <a:moveTo>
                  <a:pt x="57150" y="37505"/>
                </a:moveTo>
                <a:cubicBezTo>
                  <a:pt x="54181" y="37505"/>
                  <a:pt x="51792" y="39893"/>
                  <a:pt x="51792" y="42863"/>
                </a:cubicBezTo>
                <a:lnTo>
                  <a:pt x="51792" y="67866"/>
                </a:lnTo>
                <a:cubicBezTo>
                  <a:pt x="51792" y="70835"/>
                  <a:pt x="54181" y="73223"/>
                  <a:pt x="57150" y="73223"/>
                </a:cubicBezTo>
                <a:cubicBezTo>
                  <a:pt x="60119" y="73223"/>
                  <a:pt x="62508" y="70835"/>
                  <a:pt x="62508" y="67866"/>
                </a:cubicBezTo>
                <a:lnTo>
                  <a:pt x="62508" y="42863"/>
                </a:lnTo>
                <a:cubicBezTo>
                  <a:pt x="62508" y="39893"/>
                  <a:pt x="60119" y="37505"/>
                  <a:pt x="57150" y="37505"/>
                </a:cubicBezTo>
                <a:close/>
                <a:moveTo>
                  <a:pt x="63111" y="85725"/>
                </a:moveTo>
                <a:cubicBezTo>
                  <a:pt x="63246" y="83513"/>
                  <a:pt x="62143" y="81408"/>
                  <a:pt x="60246" y="80260"/>
                </a:cubicBezTo>
                <a:cubicBezTo>
                  <a:pt x="58349" y="79113"/>
                  <a:pt x="55973" y="79113"/>
                  <a:pt x="54076" y="80260"/>
                </a:cubicBezTo>
                <a:cubicBezTo>
                  <a:pt x="52180" y="81408"/>
                  <a:pt x="51076" y="83513"/>
                  <a:pt x="51212" y="85725"/>
                </a:cubicBezTo>
                <a:cubicBezTo>
                  <a:pt x="51076" y="87937"/>
                  <a:pt x="52180" y="90042"/>
                  <a:pt x="54076" y="91190"/>
                </a:cubicBezTo>
                <a:cubicBezTo>
                  <a:pt x="55973" y="92337"/>
                  <a:pt x="58349" y="92337"/>
                  <a:pt x="60246" y="91190"/>
                </a:cubicBezTo>
                <a:cubicBezTo>
                  <a:pt x="62143" y="90042"/>
                  <a:pt x="63246" y="87937"/>
                  <a:pt x="63111" y="857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3196" y="2400184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telemedicine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94121" y="2704863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470321" y="2781063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PharmEasy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70321" y="2971563"/>
            <a:ext cx="330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Medicine delivery, subscription models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84608" y="317718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60432" y="0"/>
                  <a:pt x="63445" y="1808"/>
                  <a:pt x="65008" y="4688"/>
                </a:cubicBezTo>
                <a:lnTo>
                  <a:pt x="113228" y="93985"/>
                </a:lnTo>
                <a:cubicBezTo>
                  <a:pt x="114724" y="96753"/>
                  <a:pt x="114657" y="100102"/>
                  <a:pt x="113050" y="102803"/>
                </a:cubicBezTo>
                <a:cubicBezTo>
                  <a:pt x="111442" y="105504"/>
                  <a:pt x="108518" y="107156"/>
                  <a:pt x="105370" y="107156"/>
                </a:cubicBezTo>
                <a:lnTo>
                  <a:pt x="8930" y="107156"/>
                </a:lnTo>
                <a:cubicBezTo>
                  <a:pt x="5782" y="107156"/>
                  <a:pt x="2880" y="105504"/>
                  <a:pt x="1250" y="102803"/>
                </a:cubicBezTo>
                <a:cubicBezTo>
                  <a:pt x="-380" y="100102"/>
                  <a:pt x="-424" y="96753"/>
                  <a:pt x="1072" y="93985"/>
                </a:cubicBezTo>
                <a:lnTo>
                  <a:pt x="49292" y="4688"/>
                </a:lnTo>
                <a:cubicBezTo>
                  <a:pt x="50855" y="1808"/>
                  <a:pt x="53868" y="0"/>
                  <a:pt x="57150" y="0"/>
                </a:cubicBezTo>
                <a:close/>
                <a:moveTo>
                  <a:pt x="57150" y="37505"/>
                </a:moveTo>
                <a:cubicBezTo>
                  <a:pt x="54181" y="37505"/>
                  <a:pt x="51792" y="39893"/>
                  <a:pt x="51792" y="42863"/>
                </a:cubicBezTo>
                <a:lnTo>
                  <a:pt x="51792" y="67866"/>
                </a:lnTo>
                <a:cubicBezTo>
                  <a:pt x="51792" y="70835"/>
                  <a:pt x="54181" y="73223"/>
                  <a:pt x="57150" y="73223"/>
                </a:cubicBezTo>
                <a:cubicBezTo>
                  <a:pt x="60119" y="73223"/>
                  <a:pt x="62508" y="70835"/>
                  <a:pt x="62508" y="67866"/>
                </a:cubicBezTo>
                <a:lnTo>
                  <a:pt x="62508" y="42863"/>
                </a:lnTo>
                <a:cubicBezTo>
                  <a:pt x="62508" y="39893"/>
                  <a:pt x="60119" y="37505"/>
                  <a:pt x="57150" y="37505"/>
                </a:cubicBezTo>
                <a:close/>
                <a:moveTo>
                  <a:pt x="63111" y="85725"/>
                </a:moveTo>
                <a:cubicBezTo>
                  <a:pt x="63246" y="83513"/>
                  <a:pt x="62143" y="81408"/>
                  <a:pt x="60246" y="80260"/>
                </a:cubicBezTo>
                <a:cubicBezTo>
                  <a:pt x="58349" y="79113"/>
                  <a:pt x="55973" y="79113"/>
                  <a:pt x="54076" y="80260"/>
                </a:cubicBezTo>
                <a:cubicBezTo>
                  <a:pt x="52180" y="81408"/>
                  <a:pt x="51076" y="83513"/>
                  <a:pt x="51212" y="85725"/>
                </a:cubicBezTo>
                <a:cubicBezTo>
                  <a:pt x="51076" y="87937"/>
                  <a:pt x="52180" y="90042"/>
                  <a:pt x="54076" y="91190"/>
                </a:cubicBezTo>
                <a:cubicBezTo>
                  <a:pt x="55973" y="92337"/>
                  <a:pt x="58349" y="92337"/>
                  <a:pt x="60246" y="91190"/>
                </a:cubicBezTo>
                <a:cubicBezTo>
                  <a:pt x="62143" y="90042"/>
                  <a:pt x="63246" y="87937"/>
                  <a:pt x="63111" y="857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2" name="Text 30"/>
          <p:cNvSpPr/>
          <p:nvPr/>
        </p:nvSpPr>
        <p:spPr>
          <a:xfrm>
            <a:off x="4613196" y="3161942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consultation service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2561" y="1390650"/>
            <a:ext cx="3705225" cy="4400550"/>
          </a:xfrm>
          <a:custGeom>
            <a:avLst/>
            <a:gdLst/>
            <a:ahLst/>
            <a:cxnLst/>
            <a:rect l="l" t="t" r="r" b="b"/>
            <a:pathLst>
              <a:path w="3705225" h="4400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286244"/>
                </a:lnTo>
                <a:cubicBezTo>
                  <a:pt x="3705225" y="4349373"/>
                  <a:pt x="3654048" y="4400550"/>
                  <a:pt x="3590919" y="4400550"/>
                </a:cubicBezTo>
                <a:lnTo>
                  <a:pt x="114306" y="4400550"/>
                </a:lnTo>
                <a:cubicBezTo>
                  <a:pt x="51177" y="4400550"/>
                  <a:pt x="0" y="4349373"/>
                  <a:pt x="0" y="4286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02561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5" name="Shape 33"/>
          <p:cNvSpPr/>
          <p:nvPr/>
        </p:nvSpPr>
        <p:spPr>
          <a:xfrm>
            <a:off x="8290679" y="16002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95250" y="35719"/>
                </a:lnTo>
                <a:lnTo>
                  <a:pt x="95250" y="83344"/>
                </a:lnTo>
                <a:lnTo>
                  <a:pt x="142875" y="83344"/>
                </a:lnTo>
                <a:lnTo>
                  <a:pt x="142875" y="35719"/>
                </a:lnTo>
                <a:close/>
                <a:moveTo>
                  <a:pt x="166688" y="83344"/>
                </a:move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83344"/>
                </a:lnTo>
                <a:close/>
                <a:moveTo>
                  <a:pt x="23812" y="107156"/>
                </a:moveTo>
                <a:lnTo>
                  <a:pt x="23812" y="154781"/>
                </a:lnTo>
                <a:lnTo>
                  <a:pt x="71438" y="154781"/>
                </a:lnTo>
                <a:lnTo>
                  <a:pt x="71438" y="107156"/>
                </a:lnTo>
                <a:lnTo>
                  <a:pt x="23812" y="107156"/>
                </a:lnTo>
                <a:close/>
                <a:moveTo>
                  <a:pt x="71438" y="83344"/>
                </a:moveTo>
                <a:lnTo>
                  <a:pt x="71438" y="35719"/>
                </a:lnTo>
                <a:lnTo>
                  <a:pt x="23812" y="35719"/>
                </a:lnTo>
                <a:lnTo>
                  <a:pt x="23812" y="83344"/>
                </a:lnTo>
                <a:lnTo>
                  <a:pt x="71438" y="83344"/>
                </a:lnTo>
                <a:close/>
                <a:moveTo>
                  <a:pt x="95250" y="107156"/>
                </a:moveTo>
                <a:lnTo>
                  <a:pt x="95250" y="154781"/>
                </a:lnTo>
                <a:lnTo>
                  <a:pt x="142875" y="154781"/>
                </a:lnTo>
                <a:lnTo>
                  <a:pt x="142875" y="107156"/>
                </a:lnTo>
                <a:lnTo>
                  <a:pt x="95250" y="107156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8569286" y="156210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54961" y="1943100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8331161" y="20193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Zocdoc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31161" y="2209800"/>
            <a:ext cx="330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discovery, scheduling, reviews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45448" y="24154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60432" y="0"/>
                  <a:pt x="63445" y="1808"/>
                  <a:pt x="65008" y="4688"/>
                </a:cubicBezTo>
                <a:lnTo>
                  <a:pt x="113228" y="93985"/>
                </a:lnTo>
                <a:cubicBezTo>
                  <a:pt x="114724" y="96753"/>
                  <a:pt x="114657" y="100102"/>
                  <a:pt x="113050" y="102803"/>
                </a:cubicBezTo>
                <a:cubicBezTo>
                  <a:pt x="111442" y="105504"/>
                  <a:pt x="108518" y="107156"/>
                  <a:pt x="105370" y="107156"/>
                </a:cubicBezTo>
                <a:lnTo>
                  <a:pt x="8930" y="107156"/>
                </a:lnTo>
                <a:cubicBezTo>
                  <a:pt x="5782" y="107156"/>
                  <a:pt x="2880" y="105504"/>
                  <a:pt x="1250" y="102803"/>
                </a:cubicBezTo>
                <a:cubicBezTo>
                  <a:pt x="-380" y="100102"/>
                  <a:pt x="-424" y="96753"/>
                  <a:pt x="1072" y="93985"/>
                </a:cubicBezTo>
                <a:lnTo>
                  <a:pt x="49292" y="4688"/>
                </a:lnTo>
                <a:cubicBezTo>
                  <a:pt x="50855" y="1808"/>
                  <a:pt x="53868" y="0"/>
                  <a:pt x="57150" y="0"/>
                </a:cubicBezTo>
                <a:close/>
                <a:moveTo>
                  <a:pt x="57150" y="37505"/>
                </a:moveTo>
                <a:cubicBezTo>
                  <a:pt x="54181" y="37505"/>
                  <a:pt x="51792" y="39893"/>
                  <a:pt x="51792" y="42863"/>
                </a:cubicBezTo>
                <a:lnTo>
                  <a:pt x="51792" y="67866"/>
                </a:lnTo>
                <a:cubicBezTo>
                  <a:pt x="51792" y="70835"/>
                  <a:pt x="54181" y="73223"/>
                  <a:pt x="57150" y="73223"/>
                </a:cubicBezTo>
                <a:cubicBezTo>
                  <a:pt x="60119" y="73223"/>
                  <a:pt x="62508" y="70835"/>
                  <a:pt x="62508" y="67866"/>
                </a:cubicBezTo>
                <a:lnTo>
                  <a:pt x="62508" y="42863"/>
                </a:lnTo>
                <a:cubicBezTo>
                  <a:pt x="62508" y="39893"/>
                  <a:pt x="60119" y="37505"/>
                  <a:pt x="57150" y="37505"/>
                </a:cubicBezTo>
                <a:close/>
                <a:moveTo>
                  <a:pt x="63111" y="85725"/>
                </a:moveTo>
                <a:cubicBezTo>
                  <a:pt x="63246" y="83513"/>
                  <a:pt x="62143" y="81408"/>
                  <a:pt x="60246" y="80260"/>
                </a:cubicBezTo>
                <a:cubicBezTo>
                  <a:pt x="58349" y="79113"/>
                  <a:pt x="55973" y="79113"/>
                  <a:pt x="54076" y="80260"/>
                </a:cubicBezTo>
                <a:cubicBezTo>
                  <a:pt x="52180" y="81408"/>
                  <a:pt x="51076" y="83513"/>
                  <a:pt x="51212" y="85725"/>
                </a:cubicBezTo>
                <a:cubicBezTo>
                  <a:pt x="51076" y="87937"/>
                  <a:pt x="52180" y="90042"/>
                  <a:pt x="54076" y="91190"/>
                </a:cubicBezTo>
                <a:cubicBezTo>
                  <a:pt x="55973" y="92337"/>
                  <a:pt x="58349" y="92337"/>
                  <a:pt x="60246" y="91190"/>
                </a:cubicBezTo>
                <a:cubicBezTo>
                  <a:pt x="62143" y="90042"/>
                  <a:pt x="63246" y="87937"/>
                  <a:pt x="63111" y="857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1" name="Text 39"/>
          <p:cNvSpPr/>
          <p:nvPr/>
        </p:nvSpPr>
        <p:spPr>
          <a:xfrm>
            <a:off x="8474036" y="2400184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prescriptions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54961" y="2704863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3" name="Text 41"/>
          <p:cNvSpPr/>
          <p:nvPr/>
        </p:nvSpPr>
        <p:spPr>
          <a:xfrm>
            <a:off x="8331161" y="2781063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HealthTap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31161" y="2971563"/>
            <a:ext cx="330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consultations, AI symptom checker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45448" y="317718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60432" y="0"/>
                  <a:pt x="63445" y="1808"/>
                  <a:pt x="65008" y="4688"/>
                </a:cubicBezTo>
                <a:lnTo>
                  <a:pt x="113228" y="93985"/>
                </a:lnTo>
                <a:cubicBezTo>
                  <a:pt x="114724" y="96753"/>
                  <a:pt x="114657" y="100102"/>
                  <a:pt x="113050" y="102803"/>
                </a:cubicBezTo>
                <a:cubicBezTo>
                  <a:pt x="111442" y="105504"/>
                  <a:pt x="108518" y="107156"/>
                  <a:pt x="105370" y="107156"/>
                </a:cubicBezTo>
                <a:lnTo>
                  <a:pt x="8930" y="107156"/>
                </a:lnTo>
                <a:cubicBezTo>
                  <a:pt x="5782" y="107156"/>
                  <a:pt x="2880" y="105504"/>
                  <a:pt x="1250" y="102803"/>
                </a:cubicBezTo>
                <a:cubicBezTo>
                  <a:pt x="-380" y="100102"/>
                  <a:pt x="-424" y="96753"/>
                  <a:pt x="1072" y="93985"/>
                </a:cubicBezTo>
                <a:lnTo>
                  <a:pt x="49292" y="4688"/>
                </a:lnTo>
                <a:cubicBezTo>
                  <a:pt x="50855" y="1808"/>
                  <a:pt x="53868" y="0"/>
                  <a:pt x="57150" y="0"/>
                </a:cubicBezTo>
                <a:close/>
                <a:moveTo>
                  <a:pt x="57150" y="37505"/>
                </a:moveTo>
                <a:cubicBezTo>
                  <a:pt x="54181" y="37505"/>
                  <a:pt x="51792" y="39893"/>
                  <a:pt x="51792" y="42863"/>
                </a:cubicBezTo>
                <a:lnTo>
                  <a:pt x="51792" y="67866"/>
                </a:lnTo>
                <a:cubicBezTo>
                  <a:pt x="51792" y="70835"/>
                  <a:pt x="54181" y="73223"/>
                  <a:pt x="57150" y="73223"/>
                </a:cubicBezTo>
                <a:cubicBezTo>
                  <a:pt x="60119" y="73223"/>
                  <a:pt x="62508" y="70835"/>
                  <a:pt x="62508" y="67866"/>
                </a:cubicBezTo>
                <a:lnTo>
                  <a:pt x="62508" y="42863"/>
                </a:lnTo>
                <a:cubicBezTo>
                  <a:pt x="62508" y="39893"/>
                  <a:pt x="60119" y="37505"/>
                  <a:pt x="57150" y="37505"/>
                </a:cubicBezTo>
                <a:close/>
                <a:moveTo>
                  <a:pt x="63111" y="85725"/>
                </a:moveTo>
                <a:cubicBezTo>
                  <a:pt x="63246" y="83513"/>
                  <a:pt x="62143" y="81408"/>
                  <a:pt x="60246" y="80260"/>
                </a:cubicBezTo>
                <a:cubicBezTo>
                  <a:pt x="58349" y="79113"/>
                  <a:pt x="55973" y="79113"/>
                  <a:pt x="54076" y="80260"/>
                </a:cubicBezTo>
                <a:cubicBezTo>
                  <a:pt x="52180" y="81408"/>
                  <a:pt x="51076" y="83513"/>
                  <a:pt x="51212" y="85725"/>
                </a:cubicBezTo>
                <a:cubicBezTo>
                  <a:pt x="51076" y="87937"/>
                  <a:pt x="52180" y="90042"/>
                  <a:pt x="54076" y="91190"/>
                </a:cubicBezTo>
                <a:cubicBezTo>
                  <a:pt x="55973" y="92337"/>
                  <a:pt x="58349" y="92337"/>
                  <a:pt x="60246" y="91190"/>
                </a:cubicBezTo>
                <a:cubicBezTo>
                  <a:pt x="62143" y="90042"/>
                  <a:pt x="63246" y="87937"/>
                  <a:pt x="63111" y="857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6" name="Text 44"/>
          <p:cNvSpPr/>
          <p:nvPr/>
        </p:nvSpPr>
        <p:spPr>
          <a:xfrm>
            <a:off x="8474036" y="3161942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pharmacy partnerships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4961" y="3466626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8331161" y="3542826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31161" y="3733326"/>
            <a:ext cx="330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search, appointment booking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45448" y="39389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60432" y="0"/>
                  <a:pt x="63445" y="1808"/>
                  <a:pt x="65008" y="4688"/>
                </a:cubicBezTo>
                <a:lnTo>
                  <a:pt x="113228" y="93985"/>
                </a:lnTo>
                <a:cubicBezTo>
                  <a:pt x="114724" y="96753"/>
                  <a:pt x="114657" y="100102"/>
                  <a:pt x="113050" y="102803"/>
                </a:cubicBezTo>
                <a:cubicBezTo>
                  <a:pt x="111442" y="105504"/>
                  <a:pt x="108518" y="107156"/>
                  <a:pt x="105370" y="107156"/>
                </a:cubicBezTo>
                <a:lnTo>
                  <a:pt x="8930" y="107156"/>
                </a:lnTo>
                <a:cubicBezTo>
                  <a:pt x="5782" y="107156"/>
                  <a:pt x="2880" y="105504"/>
                  <a:pt x="1250" y="102803"/>
                </a:cubicBezTo>
                <a:cubicBezTo>
                  <a:pt x="-380" y="100102"/>
                  <a:pt x="-424" y="96753"/>
                  <a:pt x="1072" y="93985"/>
                </a:cubicBezTo>
                <a:lnTo>
                  <a:pt x="49292" y="4688"/>
                </a:lnTo>
                <a:cubicBezTo>
                  <a:pt x="50855" y="1808"/>
                  <a:pt x="53868" y="0"/>
                  <a:pt x="57150" y="0"/>
                </a:cubicBezTo>
                <a:close/>
                <a:moveTo>
                  <a:pt x="57150" y="37505"/>
                </a:moveTo>
                <a:cubicBezTo>
                  <a:pt x="54181" y="37505"/>
                  <a:pt x="51792" y="39893"/>
                  <a:pt x="51792" y="42863"/>
                </a:cubicBezTo>
                <a:lnTo>
                  <a:pt x="51792" y="67866"/>
                </a:lnTo>
                <a:cubicBezTo>
                  <a:pt x="51792" y="70835"/>
                  <a:pt x="54181" y="73223"/>
                  <a:pt x="57150" y="73223"/>
                </a:cubicBezTo>
                <a:cubicBezTo>
                  <a:pt x="60119" y="73223"/>
                  <a:pt x="62508" y="70835"/>
                  <a:pt x="62508" y="67866"/>
                </a:cubicBezTo>
                <a:lnTo>
                  <a:pt x="62508" y="42863"/>
                </a:lnTo>
                <a:cubicBezTo>
                  <a:pt x="62508" y="39893"/>
                  <a:pt x="60119" y="37505"/>
                  <a:pt x="57150" y="37505"/>
                </a:cubicBezTo>
                <a:close/>
                <a:moveTo>
                  <a:pt x="63111" y="85725"/>
                </a:moveTo>
                <a:cubicBezTo>
                  <a:pt x="63246" y="83513"/>
                  <a:pt x="62143" y="81408"/>
                  <a:pt x="60246" y="80260"/>
                </a:cubicBezTo>
                <a:cubicBezTo>
                  <a:pt x="58349" y="79113"/>
                  <a:pt x="55973" y="79113"/>
                  <a:pt x="54076" y="80260"/>
                </a:cubicBezTo>
                <a:cubicBezTo>
                  <a:pt x="52180" y="81408"/>
                  <a:pt x="51076" y="83513"/>
                  <a:pt x="51212" y="85725"/>
                </a:cubicBezTo>
                <a:cubicBezTo>
                  <a:pt x="51076" y="87937"/>
                  <a:pt x="52180" y="90042"/>
                  <a:pt x="54076" y="91190"/>
                </a:cubicBezTo>
                <a:cubicBezTo>
                  <a:pt x="55973" y="92337"/>
                  <a:pt x="58349" y="92337"/>
                  <a:pt x="60246" y="91190"/>
                </a:cubicBezTo>
                <a:cubicBezTo>
                  <a:pt x="62143" y="90042"/>
                  <a:pt x="63246" y="87937"/>
                  <a:pt x="63111" y="857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1" name="Text 49"/>
          <p:cNvSpPr/>
          <p:nvPr/>
        </p:nvSpPr>
        <p:spPr>
          <a:xfrm>
            <a:off x="8474036" y="3923705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e-pharmacy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1000" y="594360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419098"/>
                </a:lnTo>
                <a:cubicBezTo>
                  <a:pt x="11430000" y="482183"/>
                  <a:pt x="11378783" y="533400"/>
                  <a:pt x="113156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865001" y="61264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742950" y="6096000"/>
            <a:ext cx="1095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Issue: Most platforms excel in ONE area but lack seamless integration across services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Identified Gaps &amp; Proposed Solution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Addressing 10 critical limitations in existing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6315075" cy="5105400"/>
          </a:xfrm>
          <a:custGeom>
            <a:avLst/>
            <a:gdLst/>
            <a:ahLst/>
            <a:cxnLst/>
            <a:rect l="l" t="t" r="r" b="b"/>
            <a:pathLst>
              <a:path w="6315075" h="5105400">
                <a:moveTo>
                  <a:pt x="114310" y="0"/>
                </a:moveTo>
                <a:lnTo>
                  <a:pt x="6200765" y="0"/>
                </a:lnTo>
                <a:cubicBezTo>
                  <a:pt x="6263897" y="0"/>
                  <a:pt x="6315075" y="51178"/>
                  <a:pt x="6315075" y="114310"/>
                </a:cubicBezTo>
                <a:lnTo>
                  <a:pt x="6315075" y="4991090"/>
                </a:lnTo>
                <a:cubicBezTo>
                  <a:pt x="6315075" y="5054222"/>
                  <a:pt x="6263897" y="5105400"/>
                  <a:pt x="6200765" y="5105400"/>
                </a:cubicBezTo>
                <a:lnTo>
                  <a:pt x="114310" y="5105400"/>
                </a:lnTo>
                <a:cubicBezTo>
                  <a:pt x="51178" y="5105400"/>
                  <a:pt x="0" y="5054222"/>
                  <a:pt x="0" y="4991090"/>
                </a:cubicBezTo>
                <a:lnTo>
                  <a:pt x="0" y="114310"/>
                </a:lnTo>
                <a:cubicBezTo>
                  <a:pt x="0" y="51178"/>
                  <a:pt x="51178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213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Text 5"/>
          <p:cNvSpPr/>
          <p:nvPr/>
        </p:nvSpPr>
        <p:spPr>
          <a:xfrm>
            <a:off x="771525" y="1524000"/>
            <a:ext cx="586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Identified Gaps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Text 7"/>
          <p:cNvSpPr/>
          <p:nvPr/>
        </p:nvSpPr>
        <p:spPr>
          <a:xfrm>
            <a:off x="500063" y="19050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" y="1905000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Services - No seamless integration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16643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2" name="Text 10"/>
          <p:cNvSpPr/>
          <p:nvPr/>
        </p:nvSpPr>
        <p:spPr>
          <a:xfrm>
            <a:off x="3583305" y="19050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21443" y="190500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Experience - Disjointed transitions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" y="2362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5" name="Text 13"/>
          <p:cNvSpPr/>
          <p:nvPr/>
        </p:nvSpPr>
        <p:spPr>
          <a:xfrm>
            <a:off x="500063" y="23622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" y="2362200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Silos - Records not centralized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16643" y="2362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8" name="Text 16"/>
          <p:cNvSpPr/>
          <p:nvPr/>
        </p:nvSpPr>
        <p:spPr>
          <a:xfrm>
            <a:off x="3583305" y="23622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21443" y="2362200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Follow-up - No adherence monitoring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281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1" name="Text 19"/>
          <p:cNvSpPr/>
          <p:nvPr/>
        </p:nvSpPr>
        <p:spPr>
          <a:xfrm>
            <a:off x="500063" y="28194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" y="2819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Prescription Issues - Weak verification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6643" y="281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4" name="Text 22"/>
          <p:cNvSpPr/>
          <p:nvPr/>
        </p:nvSpPr>
        <p:spPr>
          <a:xfrm>
            <a:off x="3583305" y="28194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21443" y="281940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Limits - Regional constraints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312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7" name="Text 25"/>
          <p:cNvSpPr/>
          <p:nvPr/>
        </p:nvSpPr>
        <p:spPr>
          <a:xfrm>
            <a:off x="500063" y="31242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200" y="31242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Transparency - Limited cost visibility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16643" y="312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0" name="Text 28"/>
          <p:cNvSpPr/>
          <p:nvPr/>
        </p:nvSpPr>
        <p:spPr>
          <a:xfrm>
            <a:off x="3583305" y="31242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21443" y="31242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 Gaps - Poor integration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3400" y="342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3" name="Text 31"/>
          <p:cNvSpPr/>
          <p:nvPr/>
        </p:nvSpPr>
        <p:spPr>
          <a:xfrm>
            <a:off x="500063" y="34290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200" y="34290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- Insufficient channels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16643" y="342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6" name="Text 34"/>
          <p:cNvSpPr/>
          <p:nvPr/>
        </p:nvSpPr>
        <p:spPr>
          <a:xfrm>
            <a:off x="3583305" y="34290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21443" y="3429000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Issues - Quality concerns</a:t>
            </a:r>
            <a:endParaRPr lang="en-US" sz="1600" dirty="0"/>
          </a:p>
        </p:txBody>
      </p:sp>
      <p:pic>
        <p:nvPicPr>
          <p:cNvPr id="38" name="Image 0" descr="https://kimi-web-img.moonshot.cn/img/www.herzing.edu/ba25bac790b9a7139217a09f4ab2a568b1ca20d3.webp">    </p:cNvPr>
          <p:cNvPicPr>
            <a:picLocks noChangeAspect="1"/>
          </p:cNvPicPr>
          <p:nvPr/>
        </p:nvPicPr>
        <p:blipFill>
          <a:blip r:embed="rId1"/>
          <a:srcRect l="0" r="0" t="19052" b="19052"/>
          <a:stretch/>
        </p:blipFill>
        <p:spPr>
          <a:xfrm>
            <a:off x="6890385" y="1371600"/>
            <a:ext cx="4924425" cy="1524000"/>
          </a:xfrm>
          <a:prstGeom prst="roundRect">
            <a:avLst>
              <a:gd name="adj" fmla="val 7500"/>
            </a:avLst>
          </a:prstGeom>
        </p:spPr>
      </p:pic>
      <p:sp>
        <p:nvSpPr>
          <p:cNvPr id="39" name="Shape 36"/>
          <p:cNvSpPr/>
          <p:nvPr/>
        </p:nvSpPr>
        <p:spPr>
          <a:xfrm>
            <a:off x="6972300" y="3048000"/>
            <a:ext cx="4924425" cy="3429000"/>
          </a:xfrm>
          <a:custGeom>
            <a:avLst/>
            <a:gdLst/>
            <a:ahLst/>
            <a:cxnLst/>
            <a:rect l="l" t="t" r="r" b="b"/>
            <a:pathLst>
              <a:path w="4924425" h="3429000">
                <a:moveTo>
                  <a:pt x="114289" y="0"/>
                </a:moveTo>
                <a:lnTo>
                  <a:pt x="4810136" y="0"/>
                </a:lnTo>
                <a:cubicBezTo>
                  <a:pt x="4873214" y="0"/>
                  <a:pt x="4924425" y="51211"/>
                  <a:pt x="4924425" y="114289"/>
                </a:cubicBezTo>
                <a:lnTo>
                  <a:pt x="4924425" y="3314711"/>
                </a:lnTo>
                <a:cubicBezTo>
                  <a:pt x="4924425" y="3377831"/>
                  <a:pt x="4873256" y="3429000"/>
                  <a:pt x="4810136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066598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1" name="Text 38"/>
          <p:cNvSpPr/>
          <p:nvPr/>
        </p:nvSpPr>
        <p:spPr>
          <a:xfrm>
            <a:off x="7280910" y="3200400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Comprehensive Solution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042785" y="3581400"/>
            <a:ext cx="2247900" cy="342900"/>
          </a:xfrm>
          <a:custGeom>
            <a:avLst/>
            <a:gdLst/>
            <a:ahLst/>
            <a:cxnLst/>
            <a:rect l="l" t="t" r="r" b="b"/>
            <a:pathLst>
              <a:path w="2247900" h="342900">
                <a:moveTo>
                  <a:pt x="76199" y="0"/>
                </a:moveTo>
                <a:lnTo>
                  <a:pt x="2171701" y="0"/>
                </a:lnTo>
                <a:cubicBezTo>
                  <a:pt x="2213784" y="0"/>
                  <a:pt x="2247900" y="34116"/>
                  <a:pt x="2247900" y="76199"/>
                </a:cubicBezTo>
                <a:lnTo>
                  <a:pt x="2247900" y="266701"/>
                </a:lnTo>
                <a:cubicBezTo>
                  <a:pt x="2247900" y="308784"/>
                  <a:pt x="2213784" y="342900"/>
                  <a:pt x="2171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7128510" y="36766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Text 41"/>
          <p:cNvSpPr/>
          <p:nvPr/>
        </p:nvSpPr>
        <p:spPr>
          <a:xfrm>
            <a:off x="7385685" y="3657600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Telemedicine consultations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9407843" y="3581400"/>
            <a:ext cx="2247900" cy="342900"/>
          </a:xfrm>
          <a:custGeom>
            <a:avLst/>
            <a:gdLst/>
            <a:ahLst/>
            <a:cxnLst/>
            <a:rect l="l" t="t" r="r" b="b"/>
            <a:pathLst>
              <a:path w="2247900" h="342900">
                <a:moveTo>
                  <a:pt x="76199" y="0"/>
                </a:moveTo>
                <a:lnTo>
                  <a:pt x="2171701" y="0"/>
                </a:lnTo>
                <a:cubicBezTo>
                  <a:pt x="2213784" y="0"/>
                  <a:pt x="2247900" y="34116"/>
                  <a:pt x="2247900" y="76199"/>
                </a:cubicBezTo>
                <a:lnTo>
                  <a:pt x="2247900" y="266701"/>
                </a:lnTo>
                <a:cubicBezTo>
                  <a:pt x="2247900" y="308784"/>
                  <a:pt x="2213784" y="342900"/>
                  <a:pt x="2171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9522143" y="36766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26194" y="57150"/>
                </a:moveTo>
                <a:cubicBezTo>
                  <a:pt x="22235" y="57150"/>
                  <a:pt x="19050" y="60335"/>
                  <a:pt x="19050" y="64294"/>
                </a:cubicBezTo>
                <a:lnTo>
                  <a:pt x="19050" y="107156"/>
                </a:lnTo>
                <a:cubicBezTo>
                  <a:pt x="19050" y="111115"/>
                  <a:pt x="22235" y="114300"/>
                  <a:pt x="26194" y="114300"/>
                </a:cubicBezTo>
                <a:cubicBezTo>
                  <a:pt x="30153" y="114300"/>
                  <a:pt x="33338" y="111115"/>
                  <a:pt x="33338" y="107156"/>
                </a:cubicBezTo>
                <a:lnTo>
                  <a:pt x="33338" y="95250"/>
                </a:lnTo>
                <a:lnTo>
                  <a:pt x="40035" y="95250"/>
                </a:lnTo>
                <a:lnTo>
                  <a:pt x="57418" y="111621"/>
                </a:lnTo>
                <a:lnTo>
                  <a:pt x="47476" y="121027"/>
                </a:lnTo>
                <a:cubicBezTo>
                  <a:pt x="44619" y="123736"/>
                  <a:pt x="44470" y="128260"/>
                  <a:pt x="47208" y="131118"/>
                </a:cubicBezTo>
                <a:cubicBezTo>
                  <a:pt x="49947" y="133975"/>
                  <a:pt x="54441" y="134124"/>
                  <a:pt x="57299" y="131385"/>
                </a:cubicBezTo>
                <a:lnTo>
                  <a:pt x="67836" y="121414"/>
                </a:lnTo>
                <a:lnTo>
                  <a:pt x="78432" y="131385"/>
                </a:lnTo>
                <a:cubicBezTo>
                  <a:pt x="81320" y="134094"/>
                  <a:pt x="85814" y="133945"/>
                  <a:pt x="88523" y="131088"/>
                </a:cubicBezTo>
                <a:cubicBezTo>
                  <a:pt x="91232" y="128230"/>
                  <a:pt x="91083" y="123706"/>
                  <a:pt x="88225" y="120997"/>
                </a:cubicBezTo>
                <a:lnTo>
                  <a:pt x="78224" y="111591"/>
                </a:lnTo>
                <a:lnTo>
                  <a:pt x="88225" y="102126"/>
                </a:lnTo>
                <a:cubicBezTo>
                  <a:pt x="91083" y="99417"/>
                  <a:pt x="91232" y="94893"/>
                  <a:pt x="88493" y="92035"/>
                </a:cubicBezTo>
                <a:cubicBezTo>
                  <a:pt x="85755" y="89178"/>
                  <a:pt x="81260" y="89029"/>
                  <a:pt x="78403" y="91767"/>
                </a:cubicBezTo>
                <a:lnTo>
                  <a:pt x="67776" y="101798"/>
                </a:lnTo>
                <a:lnTo>
                  <a:pt x="55602" y="90339"/>
                </a:lnTo>
                <a:cubicBezTo>
                  <a:pt x="59442" y="86856"/>
                  <a:pt x="61883" y="81826"/>
                  <a:pt x="61883" y="76200"/>
                </a:cubicBezTo>
                <a:cubicBezTo>
                  <a:pt x="61883" y="65693"/>
                  <a:pt x="53340" y="57150"/>
                  <a:pt x="42833" y="57150"/>
                </a:cubicBezTo>
                <a:lnTo>
                  <a:pt x="26164" y="57150"/>
                </a:lnTo>
                <a:close/>
                <a:moveTo>
                  <a:pt x="35719" y="80962"/>
                </a:moveTo>
                <a:lnTo>
                  <a:pt x="33338" y="80962"/>
                </a:lnTo>
                <a:lnTo>
                  <a:pt x="33338" y="71438"/>
                </a:lnTo>
                <a:lnTo>
                  <a:pt x="42863" y="71438"/>
                </a:lnTo>
                <a:cubicBezTo>
                  <a:pt x="45482" y="71438"/>
                  <a:pt x="47625" y="73581"/>
                  <a:pt x="47625" y="76200"/>
                </a:cubicBezTo>
                <a:cubicBezTo>
                  <a:pt x="47625" y="78819"/>
                  <a:pt x="45482" y="80962"/>
                  <a:pt x="42863" y="80962"/>
                </a:cubicBezTo>
                <a:lnTo>
                  <a:pt x="35719" y="8096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Text 44"/>
          <p:cNvSpPr/>
          <p:nvPr/>
        </p:nvSpPr>
        <p:spPr>
          <a:xfrm>
            <a:off x="9750743" y="365760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prescriptions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9407843" y="4038600"/>
            <a:ext cx="2247900" cy="342900"/>
          </a:xfrm>
          <a:custGeom>
            <a:avLst/>
            <a:gdLst/>
            <a:ahLst/>
            <a:cxnLst/>
            <a:rect l="l" t="t" r="r" b="b"/>
            <a:pathLst>
              <a:path w="2247900" h="342900">
                <a:moveTo>
                  <a:pt x="76199" y="0"/>
                </a:moveTo>
                <a:lnTo>
                  <a:pt x="2171701" y="0"/>
                </a:lnTo>
                <a:cubicBezTo>
                  <a:pt x="2213784" y="0"/>
                  <a:pt x="2247900" y="34116"/>
                  <a:pt x="2247900" y="76199"/>
                </a:cubicBezTo>
                <a:lnTo>
                  <a:pt x="2247900" y="266701"/>
                </a:lnTo>
                <a:cubicBezTo>
                  <a:pt x="2247900" y="308784"/>
                  <a:pt x="2213784" y="342900"/>
                  <a:pt x="2171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9503093" y="4133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0" name="Text 47"/>
          <p:cNvSpPr/>
          <p:nvPr/>
        </p:nvSpPr>
        <p:spPr>
          <a:xfrm>
            <a:off x="9750743" y="41148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health records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042785" y="4495800"/>
            <a:ext cx="2247900" cy="342900"/>
          </a:xfrm>
          <a:custGeom>
            <a:avLst/>
            <a:gdLst/>
            <a:ahLst/>
            <a:cxnLst/>
            <a:rect l="l" t="t" r="r" b="b"/>
            <a:pathLst>
              <a:path w="2247900" h="342900">
                <a:moveTo>
                  <a:pt x="76199" y="0"/>
                </a:moveTo>
                <a:lnTo>
                  <a:pt x="2171701" y="0"/>
                </a:lnTo>
                <a:cubicBezTo>
                  <a:pt x="2213784" y="0"/>
                  <a:pt x="2247900" y="34116"/>
                  <a:pt x="2247900" y="76199"/>
                </a:cubicBezTo>
                <a:lnTo>
                  <a:pt x="2247900" y="266701"/>
                </a:lnTo>
                <a:cubicBezTo>
                  <a:pt x="2247900" y="308784"/>
                  <a:pt x="2213784" y="342900"/>
                  <a:pt x="2171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128510" y="4591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0"/>
          <p:cNvSpPr/>
          <p:nvPr/>
        </p:nvSpPr>
        <p:spPr>
          <a:xfrm>
            <a:off x="7385685" y="45720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communication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9407843" y="4495800"/>
            <a:ext cx="2247900" cy="342900"/>
          </a:xfrm>
          <a:custGeom>
            <a:avLst/>
            <a:gdLst/>
            <a:ahLst/>
            <a:cxnLst/>
            <a:rect l="l" t="t" r="r" b="b"/>
            <a:pathLst>
              <a:path w="2247900" h="342900">
                <a:moveTo>
                  <a:pt x="76199" y="0"/>
                </a:moveTo>
                <a:lnTo>
                  <a:pt x="2171701" y="0"/>
                </a:lnTo>
                <a:cubicBezTo>
                  <a:pt x="2213784" y="0"/>
                  <a:pt x="2247900" y="34116"/>
                  <a:pt x="2247900" y="76199"/>
                </a:cubicBezTo>
                <a:lnTo>
                  <a:pt x="2247900" y="266701"/>
                </a:lnTo>
                <a:cubicBezTo>
                  <a:pt x="2247900" y="308784"/>
                  <a:pt x="2213784" y="342900"/>
                  <a:pt x="2171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9493568" y="4591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6" name="Text 53"/>
          <p:cNvSpPr/>
          <p:nvPr/>
        </p:nvSpPr>
        <p:spPr>
          <a:xfrm>
            <a:off x="9750743" y="45720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pricing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baker.edu/4d9e7025f94ecbdac124aac5e89bde0cce88597c.jpg">    </p:cNvPr>
          <p:cNvPicPr>
            <a:picLocks noChangeAspect="1"/>
          </p:cNvPicPr>
          <p:nvPr/>
        </p:nvPicPr>
        <p:blipFill>
          <a:blip r:embed="rId1"/>
          <a:srcRect l="0" r="0" t="7793" b="779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685800" y="1479235"/>
            <a:ext cx="2053233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59E0B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2995613"/>
            <a:ext cx="1141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4652963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938713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Agile method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Agile Methodology?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pic>
        <p:nvPicPr>
          <p:cNvPr id="4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66800"/>
            <a:ext cx="4495800" cy="5410200"/>
          </a:xfrm>
          <a:prstGeom prst="roundRect">
            <a:avLst>
              <a:gd name="adj" fmla="val 2542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5086350" y="1066800"/>
            <a:ext cx="3276600" cy="2628900"/>
          </a:xfrm>
          <a:custGeom>
            <a:avLst/>
            <a:gdLst/>
            <a:ahLst/>
            <a:cxnLst/>
            <a:rect l="l" t="t" r="r" b="b"/>
            <a:pathLst>
              <a:path w="3276600" h="2628900">
                <a:moveTo>
                  <a:pt x="38100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2514595"/>
                </a:lnTo>
                <a:cubicBezTo>
                  <a:pt x="3276600" y="2577724"/>
                  <a:pt x="3225424" y="2628900"/>
                  <a:pt x="3162295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86350" y="10668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5295900" y="1257300"/>
            <a:ext cx="447675" cy="533400"/>
          </a:xfrm>
          <a:custGeom>
            <a:avLst/>
            <a:gdLst/>
            <a:ahLst/>
            <a:cxnLst/>
            <a:rect l="l" t="t" r="r" b="b"/>
            <a:pathLst>
              <a:path w="447675" h="533400">
                <a:moveTo>
                  <a:pt x="223838" y="0"/>
                </a:moveTo>
                <a:lnTo>
                  <a:pt x="223838" y="0"/>
                </a:lnTo>
                <a:cubicBezTo>
                  <a:pt x="347377" y="0"/>
                  <a:pt x="447675" y="100298"/>
                  <a:pt x="447675" y="223838"/>
                </a:cubicBezTo>
                <a:lnTo>
                  <a:pt x="447675" y="309563"/>
                </a:lnTo>
                <a:cubicBezTo>
                  <a:pt x="447675" y="433102"/>
                  <a:pt x="347377" y="533400"/>
                  <a:pt x="223838" y="533400"/>
                </a:cubicBezTo>
                <a:lnTo>
                  <a:pt x="223838" y="533400"/>
                </a:lnTo>
                <a:cubicBezTo>
                  <a:pt x="100298" y="533400"/>
                  <a:pt x="0" y="433102"/>
                  <a:pt x="0" y="309563"/>
                </a:cubicBezTo>
                <a:lnTo>
                  <a:pt x="0" y="223838"/>
                </a:lnTo>
                <a:cubicBezTo>
                  <a:pt x="0" y="100298"/>
                  <a:pt x="100298" y="0"/>
                  <a:pt x="223837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5405200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857399" y="1257300"/>
            <a:ext cx="2409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&amp; Incremental Approach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95900" y="1905000"/>
            <a:ext cx="2952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building the whole system at once, we break it into small, manageable chunks called "Sprints" (usually 2-4 weeks).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34400" y="1066800"/>
            <a:ext cx="3276600" cy="2628900"/>
          </a:xfrm>
          <a:custGeom>
            <a:avLst/>
            <a:gdLst/>
            <a:ahLst/>
            <a:cxnLst/>
            <a:rect l="l" t="t" r="r" b="b"/>
            <a:pathLst>
              <a:path w="3276600" h="2628900">
                <a:moveTo>
                  <a:pt x="38100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2514595"/>
                </a:lnTo>
                <a:cubicBezTo>
                  <a:pt x="3276600" y="2577724"/>
                  <a:pt x="3225424" y="2628900"/>
                  <a:pt x="3162295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34400" y="10668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8743950" y="1257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8867775" y="1409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9391650" y="13906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Customer-Centric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43950" y="1905000"/>
            <a:ext cx="2952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Focuses on delivering value to the user (doctors/patients) early and often.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86350" y="3848100"/>
            <a:ext cx="3276600" cy="2628900"/>
          </a:xfrm>
          <a:custGeom>
            <a:avLst/>
            <a:gdLst/>
            <a:ahLst/>
            <a:cxnLst/>
            <a:rect l="l" t="t" r="r" b="b"/>
            <a:pathLst>
              <a:path w="3276600" h="2628900">
                <a:moveTo>
                  <a:pt x="38100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2514595"/>
                </a:lnTo>
                <a:cubicBezTo>
                  <a:pt x="3276600" y="2577724"/>
                  <a:pt x="3225424" y="2628900"/>
                  <a:pt x="3162295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86350" y="38481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Shape 16"/>
          <p:cNvSpPr/>
          <p:nvPr/>
        </p:nvSpPr>
        <p:spPr>
          <a:xfrm>
            <a:off x="5295900" y="4038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0" name="Shape 17"/>
          <p:cNvSpPr/>
          <p:nvPr/>
        </p:nvSpPr>
        <p:spPr>
          <a:xfrm>
            <a:off x="5434013" y="4191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417195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Feedback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95900" y="4686300"/>
            <a:ext cx="2952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test and review the product after every sprint to make sure we are on the right track.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534400" y="3848100"/>
            <a:ext cx="3276600" cy="2628900"/>
          </a:xfrm>
          <a:custGeom>
            <a:avLst/>
            <a:gdLst/>
            <a:ahLst/>
            <a:cxnLst/>
            <a:rect l="l" t="t" r="r" b="b"/>
            <a:pathLst>
              <a:path w="3276600" h="2628900">
                <a:moveTo>
                  <a:pt x="38100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2514595"/>
                </a:lnTo>
                <a:cubicBezTo>
                  <a:pt x="3276600" y="2577724"/>
                  <a:pt x="3225424" y="2628900"/>
                  <a:pt x="3162295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34400" y="38481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Shape 22"/>
          <p:cNvSpPr/>
          <p:nvPr/>
        </p:nvSpPr>
        <p:spPr>
          <a:xfrm>
            <a:off x="8743950" y="4038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Shape 23"/>
          <p:cNvSpPr/>
          <p:nvPr/>
        </p:nvSpPr>
        <p:spPr>
          <a:xfrm>
            <a:off x="8896350" y="419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391" y="4197"/>
                </a:moveTo>
                <a:cubicBezTo>
                  <a:pt x="118809" y="-1384"/>
                  <a:pt x="109746" y="-1384"/>
                  <a:pt x="104165" y="4197"/>
                </a:cubicBezTo>
                <a:lnTo>
                  <a:pt x="75590" y="32772"/>
                </a:lnTo>
                <a:cubicBezTo>
                  <a:pt x="71482" y="36880"/>
                  <a:pt x="70277" y="42996"/>
                  <a:pt x="72509" y="48354"/>
                </a:cubicBezTo>
                <a:cubicBezTo>
                  <a:pt x="74741" y="53712"/>
                  <a:pt x="79965" y="57150"/>
                  <a:pt x="85725" y="57150"/>
                </a:cubicBezTo>
                <a:lnTo>
                  <a:pt x="100013" y="57150"/>
                </a:lnTo>
                <a:lnTo>
                  <a:pt x="100013" y="100013"/>
                </a:lnTo>
                <a:lnTo>
                  <a:pt x="57150" y="100013"/>
                </a:lnTo>
                <a:lnTo>
                  <a:pt x="57150" y="85725"/>
                </a:lnTo>
                <a:cubicBezTo>
                  <a:pt x="57150" y="79965"/>
                  <a:pt x="53667" y="74741"/>
                  <a:pt x="48310" y="72509"/>
                </a:cubicBezTo>
                <a:cubicBezTo>
                  <a:pt x="42952" y="70277"/>
                  <a:pt x="36835" y="71527"/>
                  <a:pt x="32727" y="75590"/>
                </a:cubicBezTo>
                <a:lnTo>
                  <a:pt x="4152" y="104165"/>
                </a:lnTo>
                <a:cubicBezTo>
                  <a:pt x="-1429" y="109746"/>
                  <a:pt x="-1429" y="118809"/>
                  <a:pt x="4152" y="124391"/>
                </a:cubicBezTo>
                <a:lnTo>
                  <a:pt x="32727" y="152966"/>
                </a:lnTo>
                <a:cubicBezTo>
                  <a:pt x="36835" y="157073"/>
                  <a:pt x="42952" y="158279"/>
                  <a:pt x="48310" y="156046"/>
                </a:cubicBezTo>
                <a:cubicBezTo>
                  <a:pt x="53667" y="153814"/>
                  <a:pt x="57150" y="148635"/>
                  <a:pt x="57150" y="142875"/>
                </a:cubicBezTo>
                <a:lnTo>
                  <a:pt x="57150" y="128588"/>
                </a:lnTo>
                <a:lnTo>
                  <a:pt x="100013" y="128588"/>
                </a:lnTo>
                <a:lnTo>
                  <a:pt x="100013" y="171450"/>
                </a:lnTo>
                <a:lnTo>
                  <a:pt x="85725" y="171450"/>
                </a:lnTo>
                <a:cubicBezTo>
                  <a:pt x="79965" y="171450"/>
                  <a:pt x="74741" y="174933"/>
                  <a:pt x="72509" y="180290"/>
                </a:cubicBezTo>
                <a:cubicBezTo>
                  <a:pt x="70277" y="185648"/>
                  <a:pt x="71527" y="191765"/>
                  <a:pt x="75590" y="195873"/>
                </a:cubicBezTo>
                <a:lnTo>
                  <a:pt x="104165" y="224448"/>
                </a:lnTo>
                <a:cubicBezTo>
                  <a:pt x="109746" y="230029"/>
                  <a:pt x="118809" y="230029"/>
                  <a:pt x="124391" y="224448"/>
                </a:cubicBezTo>
                <a:lnTo>
                  <a:pt x="152966" y="195873"/>
                </a:lnTo>
                <a:cubicBezTo>
                  <a:pt x="157073" y="191765"/>
                  <a:pt x="158279" y="185648"/>
                  <a:pt x="156046" y="180290"/>
                </a:cubicBezTo>
                <a:cubicBezTo>
                  <a:pt x="153814" y="174933"/>
                  <a:pt x="148635" y="171450"/>
                  <a:pt x="142875" y="171450"/>
                </a:cubicBezTo>
                <a:lnTo>
                  <a:pt x="128588" y="171450"/>
                </a:lnTo>
                <a:lnTo>
                  <a:pt x="128588" y="128588"/>
                </a:lnTo>
                <a:lnTo>
                  <a:pt x="171450" y="128588"/>
                </a:lnTo>
                <a:lnTo>
                  <a:pt x="171450" y="142875"/>
                </a:lnTo>
                <a:cubicBezTo>
                  <a:pt x="171450" y="148635"/>
                  <a:pt x="174933" y="153859"/>
                  <a:pt x="180290" y="156091"/>
                </a:cubicBezTo>
                <a:cubicBezTo>
                  <a:pt x="185648" y="158323"/>
                  <a:pt x="191765" y="157073"/>
                  <a:pt x="195873" y="153010"/>
                </a:cubicBezTo>
                <a:lnTo>
                  <a:pt x="224448" y="124435"/>
                </a:lnTo>
                <a:cubicBezTo>
                  <a:pt x="230029" y="118854"/>
                  <a:pt x="230029" y="109791"/>
                  <a:pt x="224448" y="104209"/>
                </a:cubicBezTo>
                <a:lnTo>
                  <a:pt x="195873" y="75634"/>
                </a:lnTo>
                <a:cubicBezTo>
                  <a:pt x="191765" y="71527"/>
                  <a:pt x="185648" y="70321"/>
                  <a:pt x="180290" y="72554"/>
                </a:cubicBezTo>
                <a:cubicBezTo>
                  <a:pt x="174933" y="74786"/>
                  <a:pt x="171450" y="79965"/>
                  <a:pt x="171450" y="85725"/>
                </a:cubicBezTo>
                <a:lnTo>
                  <a:pt x="171450" y="100013"/>
                </a:lnTo>
                <a:lnTo>
                  <a:pt x="128588" y="100013"/>
                </a:lnTo>
                <a:lnTo>
                  <a:pt x="128588" y="57150"/>
                </a:lnTo>
                <a:lnTo>
                  <a:pt x="142875" y="57150"/>
                </a:lnTo>
                <a:cubicBezTo>
                  <a:pt x="148635" y="57150"/>
                  <a:pt x="153859" y="53667"/>
                  <a:pt x="156091" y="48310"/>
                </a:cubicBezTo>
                <a:cubicBezTo>
                  <a:pt x="158323" y="42952"/>
                  <a:pt x="157073" y="36835"/>
                  <a:pt x="153010" y="32727"/>
                </a:cubicBezTo>
                <a:lnTo>
                  <a:pt x="124435" y="41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9391650" y="41719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Adaptability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743950" y="4686300"/>
            <a:ext cx="2952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Agile welcomes changes, even late in the development process, which is crucial for the evolving medical field.</a:t>
            </a:r>
            <a:endParaRPr lang="en-US" sz="1600" dirty="0"/>
          </a:p>
        </p:txBody>
      </p:sp>
      <p:pic>
        <p:nvPicPr>
          <p:cNvPr id="29" name="Image 1" descr="https://kimi-img.moonshot.cn/pub/slides/26-02-19-04:24:36-d6b2015dbv1toseh0fs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5086350" cy="5410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Agile for Online Medical Systems?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066800"/>
            <a:ext cx="5600700" cy="2609850"/>
          </a:xfrm>
          <a:custGeom>
            <a:avLst/>
            <a:gdLst/>
            <a:ahLst/>
            <a:cxnLst/>
            <a:rect l="l" t="t" r="r" b="b"/>
            <a:pathLst>
              <a:path w="5600700" h="2609850">
                <a:moveTo>
                  <a:pt x="38100" y="0"/>
                </a:moveTo>
                <a:lnTo>
                  <a:pt x="5486389" y="0"/>
                </a:lnTo>
                <a:cubicBezTo>
                  <a:pt x="5549521" y="0"/>
                  <a:pt x="5600700" y="51179"/>
                  <a:pt x="5600700" y="114311"/>
                </a:cubicBezTo>
                <a:lnTo>
                  <a:pt x="5600700" y="2495539"/>
                </a:lnTo>
                <a:cubicBezTo>
                  <a:pt x="5600700" y="2558671"/>
                  <a:pt x="5549521" y="2609850"/>
                  <a:pt x="5486389" y="2609850"/>
                </a:cubicBez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066800"/>
            <a:ext cx="38100" cy="2609850"/>
          </a:xfrm>
          <a:custGeom>
            <a:avLst/>
            <a:gdLst/>
            <a:ahLst/>
            <a:cxnLst/>
            <a:rect l="l" t="t" r="r" b="b"/>
            <a:pathLst>
              <a:path w="38100" h="2609850">
                <a:moveTo>
                  <a:pt x="38100" y="0"/>
                </a:moveTo>
                <a:lnTo>
                  <a:pt x="38100" y="0"/>
                </a:lnTo>
                <a:lnTo>
                  <a:pt x="38100" y="2609850"/>
                </a:ln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257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139065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&amp; Compliance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05000"/>
            <a:ext cx="527685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regulations (like HIPAA) are strict. Agile allows for continuous auditing and ensuring security standards are met at every stage.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0" y="1066800"/>
            <a:ext cx="5600700" cy="2609850"/>
          </a:xfrm>
          <a:custGeom>
            <a:avLst/>
            <a:gdLst/>
            <a:ahLst/>
            <a:cxnLst/>
            <a:rect l="l" t="t" r="r" b="b"/>
            <a:pathLst>
              <a:path w="5600700" h="2609850">
                <a:moveTo>
                  <a:pt x="38100" y="0"/>
                </a:moveTo>
                <a:lnTo>
                  <a:pt x="5486389" y="0"/>
                </a:lnTo>
                <a:cubicBezTo>
                  <a:pt x="5549521" y="0"/>
                  <a:pt x="5600700" y="51179"/>
                  <a:pt x="5600700" y="114311"/>
                </a:cubicBezTo>
                <a:lnTo>
                  <a:pt x="5600700" y="2495539"/>
                </a:lnTo>
                <a:cubicBezTo>
                  <a:pt x="5600700" y="2558671"/>
                  <a:pt x="5549521" y="2609850"/>
                  <a:pt x="5486389" y="2609850"/>
                </a:cubicBez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0300" y="1066800"/>
            <a:ext cx="38100" cy="2609850"/>
          </a:xfrm>
          <a:custGeom>
            <a:avLst/>
            <a:gdLst/>
            <a:ahLst/>
            <a:cxnLst/>
            <a:rect l="l" t="t" r="r" b="b"/>
            <a:pathLst>
              <a:path w="38100" h="2609850">
                <a:moveTo>
                  <a:pt x="38100" y="0"/>
                </a:moveTo>
                <a:lnTo>
                  <a:pt x="38100" y="0"/>
                </a:lnTo>
                <a:lnTo>
                  <a:pt x="38100" y="2609850"/>
                </a:ln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850" y="1257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6538" y="1409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67550" y="1390650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Response to User Needs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9850" y="1905000"/>
            <a:ext cx="527685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Doctors might find a specific feature (like e-prescribing) needs a different workflow. Agile lets us pivot quickly without restarting the project.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867150"/>
            <a:ext cx="5600700" cy="2609850"/>
          </a:xfrm>
          <a:custGeom>
            <a:avLst/>
            <a:gdLst/>
            <a:ahLst/>
            <a:cxnLst/>
            <a:rect l="l" t="t" r="r" b="b"/>
            <a:pathLst>
              <a:path w="5600700" h="2609850">
                <a:moveTo>
                  <a:pt x="38100" y="0"/>
                </a:moveTo>
                <a:lnTo>
                  <a:pt x="5486389" y="0"/>
                </a:lnTo>
                <a:cubicBezTo>
                  <a:pt x="5549521" y="0"/>
                  <a:pt x="5600700" y="51179"/>
                  <a:pt x="5600700" y="114311"/>
                </a:cubicBezTo>
                <a:lnTo>
                  <a:pt x="5600700" y="2495539"/>
                </a:lnTo>
                <a:cubicBezTo>
                  <a:pt x="5600700" y="2558671"/>
                  <a:pt x="5549521" y="2609850"/>
                  <a:pt x="5486389" y="2609850"/>
                </a:cubicBez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3867150"/>
            <a:ext cx="38100" cy="2609850"/>
          </a:xfrm>
          <a:custGeom>
            <a:avLst/>
            <a:gdLst/>
            <a:ahLst/>
            <a:cxnLst/>
            <a:rect l="l" t="t" r="r" b="b"/>
            <a:pathLst>
              <a:path w="38100" h="2609850">
                <a:moveTo>
                  <a:pt x="38100" y="0"/>
                </a:moveTo>
                <a:lnTo>
                  <a:pt x="38100" y="0"/>
                </a:lnTo>
                <a:lnTo>
                  <a:pt x="38100" y="2609850"/>
                </a:ln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0576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747713" y="42100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85725" y="42863"/>
                </a:moveTo>
                <a:cubicBezTo>
                  <a:pt x="85725" y="19199"/>
                  <a:pt x="104924" y="0"/>
                  <a:pt x="128588" y="0"/>
                </a:cubicBezTo>
                <a:cubicBezTo>
                  <a:pt x="152251" y="0"/>
                  <a:pt x="171450" y="19199"/>
                  <a:pt x="171450" y="42863"/>
                </a:cubicBezTo>
                <a:lnTo>
                  <a:pt x="171450" y="44470"/>
                </a:lnTo>
                <a:cubicBezTo>
                  <a:pt x="171450" y="51480"/>
                  <a:pt x="165780" y="57150"/>
                  <a:pt x="158770" y="57150"/>
                </a:cubicBezTo>
                <a:lnTo>
                  <a:pt x="98450" y="57150"/>
                </a:lnTo>
                <a:cubicBezTo>
                  <a:pt x="91440" y="57150"/>
                  <a:pt x="85770" y="51480"/>
                  <a:pt x="85770" y="44470"/>
                </a:cubicBezTo>
                <a:lnTo>
                  <a:pt x="85770" y="42863"/>
                </a:lnTo>
                <a:close/>
                <a:moveTo>
                  <a:pt x="240030" y="48578"/>
                </a:moveTo>
                <a:cubicBezTo>
                  <a:pt x="244763" y="54873"/>
                  <a:pt x="243468" y="63847"/>
                  <a:pt x="237173" y="68580"/>
                </a:cubicBezTo>
                <a:lnTo>
                  <a:pt x="193506" y="101307"/>
                </a:lnTo>
                <a:cubicBezTo>
                  <a:pt x="195873" y="105281"/>
                  <a:pt x="197659" y="109657"/>
                  <a:pt x="198775" y="114300"/>
                </a:cubicBezTo>
                <a:lnTo>
                  <a:pt x="242888" y="114300"/>
                </a:lnTo>
                <a:cubicBezTo>
                  <a:pt x="250790" y="114300"/>
                  <a:pt x="257175" y="120685"/>
                  <a:pt x="257175" y="128588"/>
                </a:cubicBezTo>
                <a:cubicBezTo>
                  <a:pt x="257175" y="136490"/>
                  <a:pt x="250790" y="142875"/>
                  <a:pt x="242888" y="142875"/>
                </a:cubicBezTo>
                <a:lnTo>
                  <a:pt x="200025" y="142875"/>
                </a:lnTo>
                <a:lnTo>
                  <a:pt x="200025" y="157163"/>
                </a:lnTo>
                <a:cubicBezTo>
                  <a:pt x="200025" y="158323"/>
                  <a:pt x="199980" y="159529"/>
                  <a:pt x="199936" y="160690"/>
                </a:cubicBezTo>
                <a:lnTo>
                  <a:pt x="237173" y="188595"/>
                </a:lnTo>
                <a:cubicBezTo>
                  <a:pt x="243468" y="193328"/>
                  <a:pt x="244763" y="202302"/>
                  <a:pt x="240030" y="208598"/>
                </a:cubicBezTo>
                <a:cubicBezTo>
                  <a:pt x="235297" y="214893"/>
                  <a:pt x="226323" y="216188"/>
                  <a:pt x="220028" y="211455"/>
                </a:cubicBezTo>
                <a:lnTo>
                  <a:pt x="191854" y="190336"/>
                </a:lnTo>
                <a:cubicBezTo>
                  <a:pt x="181496" y="210071"/>
                  <a:pt x="162163" y="224358"/>
                  <a:pt x="139303" y="227796"/>
                </a:cubicBezTo>
                <a:lnTo>
                  <a:pt x="139303" y="125016"/>
                </a:lnTo>
                <a:cubicBezTo>
                  <a:pt x="139303" y="119077"/>
                  <a:pt x="134526" y="114300"/>
                  <a:pt x="128588" y="114300"/>
                </a:cubicBezTo>
                <a:cubicBezTo>
                  <a:pt x="122649" y="114300"/>
                  <a:pt x="117872" y="119077"/>
                  <a:pt x="117872" y="125016"/>
                </a:cubicBezTo>
                <a:lnTo>
                  <a:pt x="117872" y="227796"/>
                </a:lnTo>
                <a:cubicBezTo>
                  <a:pt x="95012" y="224358"/>
                  <a:pt x="75679" y="210071"/>
                  <a:pt x="65321" y="190336"/>
                </a:cubicBezTo>
                <a:lnTo>
                  <a:pt x="37148" y="211455"/>
                </a:lnTo>
                <a:cubicBezTo>
                  <a:pt x="30852" y="216188"/>
                  <a:pt x="21878" y="214893"/>
                  <a:pt x="17145" y="208598"/>
                </a:cubicBezTo>
                <a:cubicBezTo>
                  <a:pt x="12412" y="202302"/>
                  <a:pt x="13707" y="193328"/>
                  <a:pt x="20003" y="188595"/>
                </a:cubicBezTo>
                <a:lnTo>
                  <a:pt x="57239" y="160690"/>
                </a:lnTo>
                <a:cubicBezTo>
                  <a:pt x="57195" y="159529"/>
                  <a:pt x="57150" y="158368"/>
                  <a:pt x="57150" y="157163"/>
                </a:cubicBezTo>
                <a:lnTo>
                  <a:pt x="57150" y="142875"/>
                </a:lnTo>
                <a:lnTo>
                  <a:pt x="14288" y="142875"/>
                </a:lnTo>
                <a:cubicBezTo>
                  <a:pt x="6385" y="142875"/>
                  <a:pt x="0" y="136490"/>
                  <a:pt x="0" y="128588"/>
                </a:cubicBezTo>
                <a:cubicBezTo>
                  <a:pt x="0" y="120685"/>
                  <a:pt x="6385" y="114300"/>
                  <a:pt x="14288" y="114300"/>
                </a:cubicBezTo>
                <a:lnTo>
                  <a:pt x="58400" y="114300"/>
                </a:lnTo>
                <a:cubicBezTo>
                  <a:pt x="59516" y="109657"/>
                  <a:pt x="61302" y="105281"/>
                  <a:pt x="63669" y="101307"/>
                </a:cubicBezTo>
                <a:lnTo>
                  <a:pt x="20003" y="68580"/>
                </a:lnTo>
                <a:cubicBezTo>
                  <a:pt x="13707" y="63847"/>
                  <a:pt x="12412" y="54873"/>
                  <a:pt x="17145" y="48578"/>
                </a:cubicBezTo>
                <a:cubicBezTo>
                  <a:pt x="21878" y="42282"/>
                  <a:pt x="30852" y="40987"/>
                  <a:pt x="37147" y="45720"/>
                </a:cubicBezTo>
                <a:lnTo>
                  <a:pt x="85725" y="82153"/>
                </a:lnTo>
                <a:cubicBezTo>
                  <a:pt x="91217" y="79876"/>
                  <a:pt x="97244" y="78581"/>
                  <a:pt x="103584" y="78581"/>
                </a:cubicBezTo>
                <a:lnTo>
                  <a:pt x="153591" y="78581"/>
                </a:lnTo>
                <a:cubicBezTo>
                  <a:pt x="159931" y="78581"/>
                  <a:pt x="165958" y="79831"/>
                  <a:pt x="171450" y="82153"/>
                </a:cubicBezTo>
                <a:lnTo>
                  <a:pt x="220028" y="45720"/>
                </a:lnTo>
                <a:cubicBezTo>
                  <a:pt x="226323" y="40987"/>
                  <a:pt x="235297" y="42282"/>
                  <a:pt x="240030" y="48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419100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705350"/>
            <a:ext cx="527685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testing small parts of the system early, we catch critical bugs (like data errors) before they affect actual patients.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3867150"/>
            <a:ext cx="5600700" cy="2609850"/>
          </a:xfrm>
          <a:custGeom>
            <a:avLst/>
            <a:gdLst/>
            <a:ahLst/>
            <a:cxnLst/>
            <a:rect l="l" t="t" r="r" b="b"/>
            <a:pathLst>
              <a:path w="5600700" h="2609850">
                <a:moveTo>
                  <a:pt x="38100" y="0"/>
                </a:moveTo>
                <a:lnTo>
                  <a:pt x="5486389" y="0"/>
                </a:lnTo>
                <a:cubicBezTo>
                  <a:pt x="5549521" y="0"/>
                  <a:pt x="5600700" y="51179"/>
                  <a:pt x="5600700" y="114311"/>
                </a:cubicBezTo>
                <a:lnTo>
                  <a:pt x="5600700" y="2495539"/>
                </a:lnTo>
                <a:cubicBezTo>
                  <a:pt x="5600700" y="2558671"/>
                  <a:pt x="5549521" y="2609850"/>
                  <a:pt x="5486389" y="2609850"/>
                </a:cubicBez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0300" y="3867150"/>
            <a:ext cx="38100" cy="2609850"/>
          </a:xfrm>
          <a:custGeom>
            <a:avLst/>
            <a:gdLst/>
            <a:ahLst/>
            <a:cxnLst/>
            <a:rect l="l" t="t" r="r" b="b"/>
            <a:pathLst>
              <a:path w="38100" h="2609850">
                <a:moveTo>
                  <a:pt x="38100" y="0"/>
                </a:moveTo>
                <a:lnTo>
                  <a:pt x="38100" y="0"/>
                </a:lnTo>
                <a:lnTo>
                  <a:pt x="38100" y="2609850"/>
                </a:ln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19850" y="40576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7963" y="42100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067550" y="419100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Alignment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9850" y="4705350"/>
            <a:ext cx="527685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doctors, clinic managers, and developers in constant communication, ensuring the final product actually solves real-world medical problems.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edicaldevice-network.com/e238074bc447b5e05d2ed90b0a905494960047a1.jpg">    </p:cNvPr>
          <p:cNvPicPr>
            <a:picLocks noChangeAspect="1"/>
          </p:cNvPicPr>
          <p:nvPr/>
        </p:nvPicPr>
        <p:blipFill>
          <a:blip r:embed="rId1"/>
          <a:srcRect l="9378" r="937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685800" y="1479231"/>
            <a:ext cx="2020253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59E0B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2995613"/>
            <a:ext cx="1141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Tools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4652963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938713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stack and development tools powering our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610982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74850" y="824670"/>
            <a:ext cx="899640" cy="37485"/>
          </a:xfrm>
          <a:custGeom>
            <a:avLst/>
            <a:gdLst/>
            <a:ahLst/>
            <a:cxnLst/>
            <a:rect l="l" t="t" r="r" b="b"/>
            <a:pathLst>
              <a:path w="899640" h="37485">
                <a:moveTo>
                  <a:pt x="18743" y="0"/>
                </a:moveTo>
                <a:lnTo>
                  <a:pt x="880898" y="0"/>
                </a:lnTo>
                <a:cubicBezTo>
                  <a:pt x="891249" y="0"/>
                  <a:pt x="899640" y="8391"/>
                  <a:pt x="899640" y="18743"/>
                </a:cubicBezTo>
                <a:lnTo>
                  <a:pt x="899640" y="18743"/>
                </a:lnTo>
                <a:cubicBezTo>
                  <a:pt x="899640" y="29094"/>
                  <a:pt x="891249" y="37485"/>
                  <a:pt x="880898" y="37485"/>
                </a:cubicBezTo>
                <a:lnTo>
                  <a:pt x="18743" y="37485"/>
                </a:lnTo>
                <a:cubicBezTo>
                  <a:pt x="8391" y="37485"/>
                  <a:pt x="0" y="29094"/>
                  <a:pt x="0" y="18743"/>
                </a:cubicBezTo>
                <a:lnTo>
                  <a:pt x="0" y="18743"/>
                </a:lnTo>
                <a:cubicBezTo>
                  <a:pt x="0" y="8391"/>
                  <a:pt x="8391" y="0"/>
                  <a:pt x="18743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74850" y="937125"/>
            <a:ext cx="1152664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technologies for a robust healthcare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4895" y="1405688"/>
            <a:ext cx="5632123" cy="3542334"/>
          </a:xfrm>
          <a:custGeom>
            <a:avLst/>
            <a:gdLst/>
            <a:ahLst/>
            <a:cxnLst/>
            <a:rect l="l" t="t" r="r" b="b"/>
            <a:pathLst>
              <a:path w="5632123" h="3542334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3429864"/>
                </a:lnTo>
                <a:cubicBezTo>
                  <a:pt x="5632123" y="3491979"/>
                  <a:pt x="5581769" y="3542334"/>
                  <a:pt x="5519654" y="3542334"/>
                </a:cubicBezTo>
                <a:lnTo>
                  <a:pt x="112469" y="3542334"/>
                </a:lnTo>
                <a:cubicBezTo>
                  <a:pt x="50354" y="3542334"/>
                  <a:pt x="0" y="3491979"/>
                  <a:pt x="0" y="3429864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228" dist="3748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4850" y="1405688"/>
            <a:ext cx="5632123" cy="37485"/>
          </a:xfrm>
          <a:custGeom>
            <a:avLst/>
            <a:gdLst/>
            <a:ahLst/>
            <a:cxnLst/>
            <a:rect l="l" t="t" r="r" b="b"/>
            <a:pathLst>
              <a:path w="5632123" h="37485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37485"/>
                </a:lnTo>
                <a:lnTo>
                  <a:pt x="0" y="37485"/>
                </a:ln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562275" y="1611855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262395" y="0"/>
                </a:moveTo>
                <a:lnTo>
                  <a:pt x="262395" y="0"/>
                </a:lnTo>
                <a:cubicBezTo>
                  <a:pt x="407215" y="0"/>
                  <a:pt x="524790" y="117575"/>
                  <a:pt x="524790" y="262395"/>
                </a:cubicBezTo>
                <a:lnTo>
                  <a:pt x="524790" y="262395"/>
                </a:lnTo>
                <a:cubicBezTo>
                  <a:pt x="524790" y="407215"/>
                  <a:pt x="407215" y="524790"/>
                  <a:pt x="262395" y="524790"/>
                </a:cubicBezTo>
                <a:lnTo>
                  <a:pt x="262395" y="524790"/>
                </a:lnTo>
                <a:cubicBezTo>
                  <a:pt x="117575" y="524790"/>
                  <a:pt x="0" y="407215"/>
                  <a:pt x="0" y="262395"/>
                </a:cubicBezTo>
                <a:lnTo>
                  <a:pt x="0" y="262395"/>
                </a:lnTo>
                <a:cubicBezTo>
                  <a:pt x="0" y="117575"/>
                  <a:pt x="117575" y="0"/>
                  <a:pt x="262395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726272" y="1761796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28114" y="14057"/>
                </a:moveTo>
                <a:cubicBezTo>
                  <a:pt x="12607" y="14057"/>
                  <a:pt x="0" y="26664"/>
                  <a:pt x="0" y="42171"/>
                </a:cubicBezTo>
                <a:lnTo>
                  <a:pt x="0" y="70284"/>
                </a:lnTo>
                <a:cubicBezTo>
                  <a:pt x="0" y="85791"/>
                  <a:pt x="12607" y="98398"/>
                  <a:pt x="28114" y="98398"/>
                </a:cubicBezTo>
                <a:lnTo>
                  <a:pt x="168683" y="98398"/>
                </a:lnTo>
                <a:cubicBezTo>
                  <a:pt x="184189" y="98398"/>
                  <a:pt x="196796" y="85791"/>
                  <a:pt x="196796" y="70284"/>
                </a:cubicBezTo>
                <a:lnTo>
                  <a:pt x="196796" y="42171"/>
                </a:lnTo>
                <a:cubicBezTo>
                  <a:pt x="196796" y="26664"/>
                  <a:pt x="184189" y="14057"/>
                  <a:pt x="168683" y="14057"/>
                </a:cubicBezTo>
                <a:lnTo>
                  <a:pt x="28114" y="14057"/>
                </a:lnTo>
                <a:close/>
                <a:moveTo>
                  <a:pt x="122998" y="45685"/>
                </a:moveTo>
                <a:cubicBezTo>
                  <a:pt x="128816" y="45685"/>
                  <a:pt x="133540" y="50409"/>
                  <a:pt x="133540" y="56228"/>
                </a:cubicBezTo>
                <a:cubicBezTo>
                  <a:pt x="133540" y="62046"/>
                  <a:pt x="128816" y="66770"/>
                  <a:pt x="122998" y="66770"/>
                </a:cubicBezTo>
                <a:cubicBezTo>
                  <a:pt x="117179" y="66770"/>
                  <a:pt x="112455" y="62046"/>
                  <a:pt x="112455" y="56228"/>
                </a:cubicBezTo>
                <a:cubicBezTo>
                  <a:pt x="112455" y="50409"/>
                  <a:pt x="117179" y="45685"/>
                  <a:pt x="122998" y="45685"/>
                </a:cubicBezTo>
                <a:close/>
                <a:moveTo>
                  <a:pt x="147597" y="56228"/>
                </a:moveTo>
                <a:cubicBezTo>
                  <a:pt x="147597" y="50409"/>
                  <a:pt x="152321" y="45685"/>
                  <a:pt x="158140" y="45685"/>
                </a:cubicBezTo>
                <a:cubicBezTo>
                  <a:pt x="163959" y="45685"/>
                  <a:pt x="168683" y="50409"/>
                  <a:pt x="168683" y="56228"/>
                </a:cubicBezTo>
                <a:cubicBezTo>
                  <a:pt x="168683" y="62046"/>
                  <a:pt x="163959" y="66770"/>
                  <a:pt x="158140" y="66770"/>
                </a:cubicBezTo>
                <a:cubicBezTo>
                  <a:pt x="152321" y="66770"/>
                  <a:pt x="147597" y="62046"/>
                  <a:pt x="147597" y="56228"/>
                </a:cubicBezTo>
                <a:close/>
                <a:moveTo>
                  <a:pt x="28114" y="126512"/>
                </a:moveTo>
                <a:cubicBezTo>
                  <a:pt x="12607" y="126512"/>
                  <a:pt x="0" y="139119"/>
                  <a:pt x="0" y="154626"/>
                </a:cubicBezTo>
                <a:lnTo>
                  <a:pt x="0" y="182739"/>
                </a:lnTo>
                <a:cubicBezTo>
                  <a:pt x="0" y="198246"/>
                  <a:pt x="12607" y="210853"/>
                  <a:pt x="28114" y="210853"/>
                </a:cubicBezTo>
                <a:lnTo>
                  <a:pt x="168683" y="210853"/>
                </a:lnTo>
                <a:cubicBezTo>
                  <a:pt x="184189" y="210853"/>
                  <a:pt x="196796" y="198246"/>
                  <a:pt x="196796" y="182739"/>
                </a:cubicBezTo>
                <a:lnTo>
                  <a:pt x="196796" y="154626"/>
                </a:lnTo>
                <a:cubicBezTo>
                  <a:pt x="196796" y="139119"/>
                  <a:pt x="184189" y="126512"/>
                  <a:pt x="168683" y="126512"/>
                </a:cubicBezTo>
                <a:lnTo>
                  <a:pt x="28114" y="126512"/>
                </a:lnTo>
                <a:close/>
                <a:moveTo>
                  <a:pt x="122998" y="158140"/>
                </a:moveTo>
                <a:cubicBezTo>
                  <a:pt x="128816" y="158140"/>
                  <a:pt x="133540" y="162864"/>
                  <a:pt x="133540" y="168683"/>
                </a:cubicBezTo>
                <a:cubicBezTo>
                  <a:pt x="133540" y="174501"/>
                  <a:pt x="128816" y="179225"/>
                  <a:pt x="122998" y="179225"/>
                </a:cubicBezTo>
                <a:cubicBezTo>
                  <a:pt x="117179" y="179225"/>
                  <a:pt x="112455" y="174501"/>
                  <a:pt x="112455" y="168683"/>
                </a:cubicBezTo>
                <a:cubicBezTo>
                  <a:pt x="112455" y="162864"/>
                  <a:pt x="117179" y="158140"/>
                  <a:pt x="122998" y="158140"/>
                </a:cubicBezTo>
                <a:close/>
                <a:moveTo>
                  <a:pt x="147597" y="168683"/>
                </a:moveTo>
                <a:cubicBezTo>
                  <a:pt x="147597" y="162864"/>
                  <a:pt x="152321" y="158140"/>
                  <a:pt x="158140" y="158140"/>
                </a:cubicBezTo>
                <a:cubicBezTo>
                  <a:pt x="163959" y="158140"/>
                  <a:pt x="168683" y="162864"/>
                  <a:pt x="168683" y="168683"/>
                </a:cubicBezTo>
                <a:cubicBezTo>
                  <a:pt x="168683" y="174501"/>
                  <a:pt x="163959" y="179225"/>
                  <a:pt x="158140" y="179225"/>
                </a:cubicBezTo>
                <a:cubicBezTo>
                  <a:pt x="152321" y="179225"/>
                  <a:pt x="147597" y="174501"/>
                  <a:pt x="147597" y="1686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99520" y="1724311"/>
            <a:ext cx="1593113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Back-End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275" y="2286586"/>
            <a:ext cx="5257273" cy="637245"/>
          </a:xfrm>
          <a:custGeom>
            <a:avLst/>
            <a:gdLst/>
            <a:ahLst/>
            <a:cxnLst/>
            <a:rect l="l" t="t" r="r" b="b"/>
            <a:pathLst>
              <a:path w="5257273" h="637245">
                <a:moveTo>
                  <a:pt x="74972" y="0"/>
                </a:moveTo>
                <a:lnTo>
                  <a:pt x="5182301" y="0"/>
                </a:lnTo>
                <a:cubicBezTo>
                  <a:pt x="5223707" y="0"/>
                  <a:pt x="5257273" y="33566"/>
                  <a:pt x="5257273" y="74972"/>
                </a:cubicBezTo>
                <a:lnTo>
                  <a:pt x="5257273" y="562273"/>
                </a:lnTo>
                <a:cubicBezTo>
                  <a:pt x="5257273" y="603679"/>
                  <a:pt x="5223707" y="637245"/>
                  <a:pt x="5182301" y="637245"/>
                </a:cubicBezTo>
                <a:lnTo>
                  <a:pt x="74972" y="637245"/>
                </a:lnTo>
                <a:cubicBezTo>
                  <a:pt x="33566" y="637245"/>
                  <a:pt x="0" y="603679"/>
                  <a:pt x="0" y="562273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716901" y="2492753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0" y="14057"/>
                </a:moveTo>
                <a:lnTo>
                  <a:pt x="94269" y="14057"/>
                </a:lnTo>
                <a:lnTo>
                  <a:pt x="94269" y="108326"/>
                </a:lnTo>
                <a:lnTo>
                  <a:pt x="0" y="108326"/>
                </a:lnTo>
                <a:lnTo>
                  <a:pt x="0" y="14057"/>
                </a:lnTo>
                <a:close/>
                <a:moveTo>
                  <a:pt x="102527" y="14057"/>
                </a:moveTo>
                <a:lnTo>
                  <a:pt x="196796" y="14057"/>
                </a:lnTo>
                <a:lnTo>
                  <a:pt x="196796" y="108326"/>
                </a:lnTo>
                <a:lnTo>
                  <a:pt x="102527" y="108326"/>
                </a:lnTo>
                <a:lnTo>
                  <a:pt x="102527" y="14057"/>
                </a:lnTo>
                <a:close/>
                <a:moveTo>
                  <a:pt x="0" y="116584"/>
                </a:moveTo>
                <a:lnTo>
                  <a:pt x="94269" y="116584"/>
                </a:lnTo>
                <a:lnTo>
                  <a:pt x="94269" y="210853"/>
                </a:lnTo>
                <a:lnTo>
                  <a:pt x="0" y="210853"/>
                </a:lnTo>
                <a:lnTo>
                  <a:pt x="0" y="116584"/>
                </a:lnTo>
                <a:close/>
                <a:moveTo>
                  <a:pt x="102527" y="116584"/>
                </a:moveTo>
                <a:lnTo>
                  <a:pt x="196796" y="116584"/>
                </a:lnTo>
                <a:lnTo>
                  <a:pt x="196796" y="210853"/>
                </a:lnTo>
                <a:lnTo>
                  <a:pt x="102527" y="210853"/>
                </a:lnTo>
                <a:lnTo>
                  <a:pt x="102527" y="116584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068323" y="2399041"/>
            <a:ext cx="139631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ASP.NET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8323" y="2623951"/>
            <a:ext cx="138694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Server-side framework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36" y="1405688"/>
            <a:ext cx="5632123" cy="3542334"/>
          </a:xfrm>
          <a:custGeom>
            <a:avLst/>
            <a:gdLst/>
            <a:ahLst/>
            <a:cxnLst/>
            <a:rect l="l" t="t" r="r" b="b"/>
            <a:pathLst>
              <a:path w="5632123" h="3542334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3429864"/>
                </a:lnTo>
                <a:cubicBezTo>
                  <a:pt x="5632123" y="3491979"/>
                  <a:pt x="5581769" y="3542334"/>
                  <a:pt x="5519654" y="3542334"/>
                </a:cubicBezTo>
                <a:lnTo>
                  <a:pt x="112469" y="3542334"/>
                </a:lnTo>
                <a:cubicBezTo>
                  <a:pt x="50354" y="3542334"/>
                  <a:pt x="0" y="3491979"/>
                  <a:pt x="0" y="3429864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228" dist="37485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236" y="1405688"/>
            <a:ext cx="5632123" cy="37485"/>
          </a:xfrm>
          <a:custGeom>
            <a:avLst/>
            <a:gdLst/>
            <a:ahLst/>
            <a:cxnLst/>
            <a:rect l="l" t="t" r="r" b="b"/>
            <a:pathLst>
              <a:path w="5632123" h="37485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37485"/>
                </a:lnTo>
                <a:lnTo>
                  <a:pt x="0" y="37485"/>
                </a:ln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6378661" y="1611855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262395" y="0"/>
                </a:moveTo>
                <a:lnTo>
                  <a:pt x="262395" y="0"/>
                </a:lnTo>
                <a:cubicBezTo>
                  <a:pt x="407215" y="0"/>
                  <a:pt x="524790" y="117575"/>
                  <a:pt x="524790" y="262395"/>
                </a:cubicBezTo>
                <a:lnTo>
                  <a:pt x="524790" y="262395"/>
                </a:lnTo>
                <a:cubicBezTo>
                  <a:pt x="524790" y="407215"/>
                  <a:pt x="407215" y="524790"/>
                  <a:pt x="262395" y="524790"/>
                </a:cubicBezTo>
                <a:lnTo>
                  <a:pt x="262395" y="524790"/>
                </a:lnTo>
                <a:cubicBezTo>
                  <a:pt x="117575" y="524790"/>
                  <a:pt x="0" y="407215"/>
                  <a:pt x="0" y="262395"/>
                </a:cubicBezTo>
                <a:lnTo>
                  <a:pt x="0" y="262395"/>
                </a:lnTo>
                <a:cubicBezTo>
                  <a:pt x="0" y="117575"/>
                  <a:pt x="117575" y="0"/>
                  <a:pt x="26239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0487" y="1761796"/>
            <a:ext cx="281138" cy="224910"/>
          </a:xfrm>
          <a:custGeom>
            <a:avLst/>
            <a:gdLst/>
            <a:ahLst/>
            <a:cxnLst/>
            <a:rect l="l" t="t" r="r" b="b"/>
            <a:pathLst>
              <a:path w="281138" h="224910">
                <a:moveTo>
                  <a:pt x="28114" y="42171"/>
                </a:moveTo>
                <a:cubicBezTo>
                  <a:pt x="28114" y="26664"/>
                  <a:pt x="40721" y="14057"/>
                  <a:pt x="56228" y="14057"/>
                </a:cubicBezTo>
                <a:lnTo>
                  <a:pt x="224910" y="14057"/>
                </a:lnTo>
                <a:cubicBezTo>
                  <a:pt x="240417" y="14057"/>
                  <a:pt x="253024" y="26664"/>
                  <a:pt x="253024" y="42171"/>
                </a:cubicBezTo>
                <a:lnTo>
                  <a:pt x="253024" y="147597"/>
                </a:lnTo>
                <a:lnTo>
                  <a:pt x="224910" y="147597"/>
                </a:lnTo>
                <a:lnTo>
                  <a:pt x="224910" y="42171"/>
                </a:lnTo>
                <a:lnTo>
                  <a:pt x="56228" y="42171"/>
                </a:lnTo>
                <a:lnTo>
                  <a:pt x="56228" y="147597"/>
                </a:lnTo>
                <a:lnTo>
                  <a:pt x="28114" y="147597"/>
                </a:lnTo>
                <a:lnTo>
                  <a:pt x="28114" y="42171"/>
                </a:lnTo>
                <a:close/>
                <a:moveTo>
                  <a:pt x="0" y="177117"/>
                </a:moveTo>
                <a:cubicBezTo>
                  <a:pt x="0" y="172460"/>
                  <a:pt x="3778" y="168683"/>
                  <a:pt x="8434" y="168683"/>
                </a:cubicBezTo>
                <a:lnTo>
                  <a:pt x="272703" y="168683"/>
                </a:lnTo>
                <a:cubicBezTo>
                  <a:pt x="277360" y="168683"/>
                  <a:pt x="281138" y="172460"/>
                  <a:pt x="281138" y="177117"/>
                </a:cubicBezTo>
                <a:cubicBezTo>
                  <a:pt x="281138" y="195742"/>
                  <a:pt x="266026" y="210853"/>
                  <a:pt x="247401" y="210853"/>
                </a:cubicBezTo>
                <a:lnTo>
                  <a:pt x="33737" y="210853"/>
                </a:lnTo>
                <a:cubicBezTo>
                  <a:pt x="15111" y="210853"/>
                  <a:pt x="0" y="195742"/>
                  <a:pt x="0" y="177117"/>
                </a:cubicBezTo>
                <a:close/>
                <a:moveTo>
                  <a:pt x="123437" y="91809"/>
                </a:moveTo>
                <a:lnTo>
                  <a:pt x="109819" y="105427"/>
                </a:lnTo>
                <a:lnTo>
                  <a:pt x="123437" y="119044"/>
                </a:lnTo>
                <a:cubicBezTo>
                  <a:pt x="127566" y="123173"/>
                  <a:pt x="127566" y="129850"/>
                  <a:pt x="123437" y="133936"/>
                </a:cubicBezTo>
                <a:cubicBezTo>
                  <a:pt x="119308" y="138021"/>
                  <a:pt x="112631" y="138065"/>
                  <a:pt x="108545" y="133936"/>
                </a:cubicBezTo>
                <a:lnTo>
                  <a:pt x="87460" y="112850"/>
                </a:lnTo>
                <a:cubicBezTo>
                  <a:pt x="83331" y="108721"/>
                  <a:pt x="83331" y="102044"/>
                  <a:pt x="87460" y="97959"/>
                </a:cubicBezTo>
                <a:lnTo>
                  <a:pt x="108545" y="76874"/>
                </a:lnTo>
                <a:cubicBezTo>
                  <a:pt x="112675" y="72744"/>
                  <a:pt x="119352" y="72744"/>
                  <a:pt x="123437" y="76874"/>
                </a:cubicBezTo>
                <a:cubicBezTo>
                  <a:pt x="127522" y="81003"/>
                  <a:pt x="127566" y="87680"/>
                  <a:pt x="123437" y="91765"/>
                </a:cubicBezTo>
                <a:close/>
                <a:moveTo>
                  <a:pt x="172636" y="76874"/>
                </a:moveTo>
                <a:lnTo>
                  <a:pt x="193721" y="97959"/>
                </a:lnTo>
                <a:cubicBezTo>
                  <a:pt x="197851" y="102088"/>
                  <a:pt x="197851" y="108765"/>
                  <a:pt x="193721" y="112850"/>
                </a:cubicBezTo>
                <a:lnTo>
                  <a:pt x="172636" y="133936"/>
                </a:lnTo>
                <a:cubicBezTo>
                  <a:pt x="168507" y="138065"/>
                  <a:pt x="161830" y="138065"/>
                  <a:pt x="157745" y="133936"/>
                </a:cubicBezTo>
                <a:cubicBezTo>
                  <a:pt x="153659" y="129806"/>
                  <a:pt x="153615" y="123129"/>
                  <a:pt x="157745" y="119044"/>
                </a:cubicBezTo>
                <a:lnTo>
                  <a:pt x="171362" y="105427"/>
                </a:lnTo>
                <a:lnTo>
                  <a:pt x="157745" y="91809"/>
                </a:lnTo>
                <a:cubicBezTo>
                  <a:pt x="153615" y="87680"/>
                  <a:pt x="153615" y="81003"/>
                  <a:pt x="157745" y="76917"/>
                </a:cubicBezTo>
                <a:cubicBezTo>
                  <a:pt x="161874" y="72832"/>
                  <a:pt x="168551" y="72788"/>
                  <a:pt x="172636" y="769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015906" y="1724311"/>
            <a:ext cx="1630598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Front-End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78661" y="2286586"/>
            <a:ext cx="5257273" cy="562275"/>
          </a:xfrm>
          <a:custGeom>
            <a:avLst/>
            <a:gdLst/>
            <a:ahLst/>
            <a:cxnLst/>
            <a:rect l="l" t="t" r="r" b="b"/>
            <a:pathLst>
              <a:path w="5257273" h="562275">
                <a:moveTo>
                  <a:pt x="74968" y="0"/>
                </a:moveTo>
                <a:lnTo>
                  <a:pt x="5182305" y="0"/>
                </a:lnTo>
                <a:cubicBezTo>
                  <a:pt x="5223708" y="0"/>
                  <a:pt x="5257273" y="33564"/>
                  <a:pt x="5257273" y="74968"/>
                </a:cubicBezTo>
                <a:lnTo>
                  <a:pt x="5257273" y="487307"/>
                </a:lnTo>
                <a:cubicBezTo>
                  <a:pt x="5257273" y="528711"/>
                  <a:pt x="5223708" y="562275"/>
                  <a:pt x="5182305" y="562275"/>
                </a:cubicBezTo>
                <a:lnTo>
                  <a:pt x="74968" y="562275"/>
                </a:lnTo>
                <a:cubicBezTo>
                  <a:pt x="33564" y="562275"/>
                  <a:pt x="0" y="528711"/>
                  <a:pt x="0" y="487307"/>
                </a:cubicBezTo>
                <a:lnTo>
                  <a:pt x="0" y="74968"/>
                </a:lnTo>
                <a:cubicBezTo>
                  <a:pt x="0" y="33564"/>
                  <a:pt x="33564" y="0"/>
                  <a:pt x="7496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00487" y="2474011"/>
            <a:ext cx="140569" cy="187425"/>
          </a:xfrm>
          <a:custGeom>
            <a:avLst/>
            <a:gdLst/>
            <a:ahLst/>
            <a:cxnLst/>
            <a:rect l="l" t="t" r="r" b="b"/>
            <a:pathLst>
              <a:path w="140569" h="187425">
                <a:moveTo>
                  <a:pt x="0" y="11714"/>
                </a:moveTo>
                <a:lnTo>
                  <a:pt x="12776" y="156602"/>
                </a:lnTo>
                <a:lnTo>
                  <a:pt x="70101" y="175711"/>
                </a:lnTo>
                <a:lnTo>
                  <a:pt x="127793" y="156602"/>
                </a:lnTo>
                <a:lnTo>
                  <a:pt x="140569" y="11714"/>
                </a:lnTo>
                <a:lnTo>
                  <a:pt x="0" y="11714"/>
                </a:lnTo>
                <a:close/>
                <a:moveTo>
                  <a:pt x="112821" y="58534"/>
                </a:moveTo>
                <a:lnTo>
                  <a:pt x="45538" y="58534"/>
                </a:lnTo>
                <a:lnTo>
                  <a:pt x="47039" y="76617"/>
                </a:lnTo>
                <a:lnTo>
                  <a:pt x="111320" y="76617"/>
                </a:lnTo>
                <a:lnTo>
                  <a:pt x="106342" y="130941"/>
                </a:lnTo>
                <a:lnTo>
                  <a:pt x="70504" y="140825"/>
                </a:lnTo>
                <a:lnTo>
                  <a:pt x="70504" y="140935"/>
                </a:lnTo>
                <a:lnTo>
                  <a:pt x="70101" y="140935"/>
                </a:lnTo>
                <a:lnTo>
                  <a:pt x="33971" y="130941"/>
                </a:lnTo>
                <a:lnTo>
                  <a:pt x="31774" y="103194"/>
                </a:lnTo>
                <a:lnTo>
                  <a:pt x="49236" y="103194"/>
                </a:lnTo>
                <a:lnTo>
                  <a:pt x="50517" y="117141"/>
                </a:lnTo>
                <a:lnTo>
                  <a:pt x="70101" y="122449"/>
                </a:lnTo>
                <a:lnTo>
                  <a:pt x="89759" y="117141"/>
                </a:lnTo>
                <a:lnTo>
                  <a:pt x="91955" y="94371"/>
                </a:lnTo>
                <a:lnTo>
                  <a:pt x="30859" y="94371"/>
                </a:lnTo>
                <a:lnTo>
                  <a:pt x="26174" y="41072"/>
                </a:lnTo>
                <a:lnTo>
                  <a:pt x="114432" y="41072"/>
                </a:lnTo>
                <a:lnTo>
                  <a:pt x="112821" y="5853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00367" y="2361556"/>
            <a:ext cx="131197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00367" y="2586466"/>
            <a:ext cx="130260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and content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8661" y="2923831"/>
            <a:ext cx="5257273" cy="562275"/>
          </a:xfrm>
          <a:custGeom>
            <a:avLst/>
            <a:gdLst/>
            <a:ahLst/>
            <a:cxnLst/>
            <a:rect l="l" t="t" r="r" b="b"/>
            <a:pathLst>
              <a:path w="5257273" h="562275">
                <a:moveTo>
                  <a:pt x="74968" y="0"/>
                </a:moveTo>
                <a:lnTo>
                  <a:pt x="5182305" y="0"/>
                </a:lnTo>
                <a:cubicBezTo>
                  <a:pt x="5223708" y="0"/>
                  <a:pt x="5257273" y="33564"/>
                  <a:pt x="5257273" y="74968"/>
                </a:cubicBezTo>
                <a:lnTo>
                  <a:pt x="5257273" y="487307"/>
                </a:lnTo>
                <a:cubicBezTo>
                  <a:pt x="5257273" y="528711"/>
                  <a:pt x="5223708" y="562275"/>
                  <a:pt x="5182305" y="562275"/>
                </a:cubicBezTo>
                <a:lnTo>
                  <a:pt x="74968" y="562275"/>
                </a:lnTo>
                <a:cubicBezTo>
                  <a:pt x="33564" y="562275"/>
                  <a:pt x="0" y="528711"/>
                  <a:pt x="0" y="487307"/>
                </a:cubicBezTo>
                <a:lnTo>
                  <a:pt x="0" y="74968"/>
                </a:lnTo>
                <a:cubicBezTo>
                  <a:pt x="0" y="33564"/>
                  <a:pt x="33564" y="0"/>
                  <a:pt x="7496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00487" y="3111256"/>
            <a:ext cx="140569" cy="187425"/>
          </a:xfrm>
          <a:custGeom>
            <a:avLst/>
            <a:gdLst/>
            <a:ahLst/>
            <a:cxnLst/>
            <a:rect l="l" t="t" r="r" b="b"/>
            <a:pathLst>
              <a:path w="140569" h="187425">
                <a:moveTo>
                  <a:pt x="0" y="11714"/>
                </a:moveTo>
                <a:lnTo>
                  <a:pt x="12776" y="156602"/>
                </a:lnTo>
                <a:lnTo>
                  <a:pt x="70284" y="175711"/>
                </a:lnTo>
                <a:lnTo>
                  <a:pt x="127793" y="156602"/>
                </a:lnTo>
                <a:lnTo>
                  <a:pt x="140569" y="11714"/>
                </a:lnTo>
                <a:lnTo>
                  <a:pt x="0" y="11714"/>
                </a:lnTo>
                <a:close/>
                <a:moveTo>
                  <a:pt x="114615" y="40999"/>
                </a:moveTo>
                <a:lnTo>
                  <a:pt x="112858" y="58314"/>
                </a:lnTo>
                <a:lnTo>
                  <a:pt x="70650" y="76361"/>
                </a:lnTo>
                <a:lnTo>
                  <a:pt x="70541" y="76398"/>
                </a:lnTo>
                <a:lnTo>
                  <a:pt x="111357" y="76398"/>
                </a:lnTo>
                <a:lnTo>
                  <a:pt x="106671" y="130063"/>
                </a:lnTo>
                <a:lnTo>
                  <a:pt x="70724" y="140569"/>
                </a:lnTo>
                <a:lnTo>
                  <a:pt x="34556" y="129880"/>
                </a:lnTo>
                <a:lnTo>
                  <a:pt x="32214" y="102828"/>
                </a:lnTo>
                <a:lnTo>
                  <a:pt x="50114" y="102828"/>
                </a:lnTo>
                <a:lnTo>
                  <a:pt x="51286" y="116848"/>
                </a:lnTo>
                <a:lnTo>
                  <a:pt x="70541" y="121716"/>
                </a:lnTo>
                <a:lnTo>
                  <a:pt x="90564" y="116079"/>
                </a:lnTo>
                <a:lnTo>
                  <a:pt x="91919" y="93529"/>
                </a:lnTo>
                <a:lnTo>
                  <a:pt x="31042" y="93346"/>
                </a:lnTo>
                <a:lnTo>
                  <a:pt x="31042" y="93310"/>
                </a:lnTo>
                <a:lnTo>
                  <a:pt x="30969" y="93346"/>
                </a:lnTo>
                <a:lnTo>
                  <a:pt x="29651" y="76398"/>
                </a:lnTo>
                <a:lnTo>
                  <a:pt x="70687" y="59302"/>
                </a:lnTo>
                <a:lnTo>
                  <a:pt x="73066" y="58314"/>
                </a:lnTo>
                <a:lnTo>
                  <a:pt x="28077" y="58314"/>
                </a:lnTo>
                <a:lnTo>
                  <a:pt x="25954" y="40999"/>
                </a:lnTo>
                <a:lnTo>
                  <a:pt x="114615" y="4099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00367" y="2998801"/>
            <a:ext cx="108706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00367" y="3223711"/>
            <a:ext cx="107769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Styling and layout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8661" y="3561076"/>
            <a:ext cx="5257273" cy="562275"/>
          </a:xfrm>
          <a:custGeom>
            <a:avLst/>
            <a:gdLst/>
            <a:ahLst/>
            <a:cxnLst/>
            <a:rect l="l" t="t" r="r" b="b"/>
            <a:pathLst>
              <a:path w="5257273" h="562275">
                <a:moveTo>
                  <a:pt x="74968" y="0"/>
                </a:moveTo>
                <a:lnTo>
                  <a:pt x="5182305" y="0"/>
                </a:lnTo>
                <a:cubicBezTo>
                  <a:pt x="5223708" y="0"/>
                  <a:pt x="5257273" y="33564"/>
                  <a:pt x="5257273" y="74968"/>
                </a:cubicBezTo>
                <a:lnTo>
                  <a:pt x="5257273" y="487307"/>
                </a:lnTo>
                <a:cubicBezTo>
                  <a:pt x="5257273" y="528711"/>
                  <a:pt x="5223708" y="562275"/>
                  <a:pt x="5182305" y="562275"/>
                </a:cubicBezTo>
                <a:lnTo>
                  <a:pt x="74968" y="562275"/>
                </a:lnTo>
                <a:cubicBezTo>
                  <a:pt x="33564" y="562275"/>
                  <a:pt x="0" y="528711"/>
                  <a:pt x="0" y="487307"/>
                </a:cubicBezTo>
                <a:lnTo>
                  <a:pt x="0" y="74968"/>
                </a:lnTo>
                <a:cubicBezTo>
                  <a:pt x="0" y="33564"/>
                  <a:pt x="33564" y="0"/>
                  <a:pt x="7496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88773" y="3748501"/>
            <a:ext cx="163997" cy="187425"/>
          </a:xfrm>
          <a:custGeom>
            <a:avLst/>
            <a:gdLst/>
            <a:ahLst/>
            <a:cxnLst/>
            <a:rect l="l" t="t" r="r" b="b"/>
            <a:pathLst>
              <a:path w="163997" h="187425">
                <a:moveTo>
                  <a:pt x="0" y="11714"/>
                </a:moveTo>
                <a:lnTo>
                  <a:pt x="0" y="175711"/>
                </a:lnTo>
                <a:lnTo>
                  <a:pt x="163997" y="175711"/>
                </a:lnTo>
                <a:lnTo>
                  <a:pt x="163997" y="11714"/>
                </a:lnTo>
                <a:lnTo>
                  <a:pt x="0" y="11714"/>
                </a:lnTo>
                <a:close/>
                <a:moveTo>
                  <a:pt x="89247" y="139617"/>
                </a:moveTo>
                <a:cubicBezTo>
                  <a:pt x="89247" y="155577"/>
                  <a:pt x="79875" y="162862"/>
                  <a:pt x="66221" y="162862"/>
                </a:cubicBezTo>
                <a:cubicBezTo>
                  <a:pt x="53885" y="162862"/>
                  <a:pt x="46746" y="156493"/>
                  <a:pt x="43086" y="148769"/>
                </a:cubicBezTo>
                <a:lnTo>
                  <a:pt x="55642" y="141191"/>
                </a:lnTo>
                <a:cubicBezTo>
                  <a:pt x="58058" y="145474"/>
                  <a:pt x="60254" y="149098"/>
                  <a:pt x="65562" y="149098"/>
                </a:cubicBezTo>
                <a:cubicBezTo>
                  <a:pt x="70614" y="149098"/>
                  <a:pt x="73835" y="147121"/>
                  <a:pt x="73835" y="139397"/>
                </a:cubicBezTo>
                <a:lnTo>
                  <a:pt x="73835" y="87014"/>
                </a:lnTo>
                <a:lnTo>
                  <a:pt x="89247" y="87014"/>
                </a:lnTo>
                <a:lnTo>
                  <a:pt x="89247" y="139617"/>
                </a:lnTo>
                <a:close/>
                <a:moveTo>
                  <a:pt x="125707" y="162862"/>
                </a:moveTo>
                <a:cubicBezTo>
                  <a:pt x="111393" y="162862"/>
                  <a:pt x="102132" y="156053"/>
                  <a:pt x="97629" y="147121"/>
                </a:cubicBezTo>
                <a:lnTo>
                  <a:pt x="110185" y="139873"/>
                </a:lnTo>
                <a:cubicBezTo>
                  <a:pt x="113480" y="145254"/>
                  <a:pt x="117800" y="149245"/>
                  <a:pt x="125377" y="149245"/>
                </a:cubicBezTo>
                <a:cubicBezTo>
                  <a:pt x="131747" y="149245"/>
                  <a:pt x="135847" y="146060"/>
                  <a:pt x="135847" y="141630"/>
                </a:cubicBezTo>
                <a:cubicBezTo>
                  <a:pt x="135847" y="136359"/>
                  <a:pt x="131673" y="134492"/>
                  <a:pt x="124608" y="131381"/>
                </a:cubicBezTo>
                <a:lnTo>
                  <a:pt x="120765" y="129733"/>
                </a:lnTo>
                <a:cubicBezTo>
                  <a:pt x="109636" y="125011"/>
                  <a:pt x="102278" y="119044"/>
                  <a:pt x="102278" y="106488"/>
                </a:cubicBezTo>
                <a:cubicBezTo>
                  <a:pt x="102278" y="94921"/>
                  <a:pt x="111101" y="86135"/>
                  <a:pt x="124828" y="86135"/>
                </a:cubicBezTo>
                <a:cubicBezTo>
                  <a:pt x="134639" y="86135"/>
                  <a:pt x="141667" y="89539"/>
                  <a:pt x="146719" y="98471"/>
                </a:cubicBezTo>
                <a:lnTo>
                  <a:pt x="134712" y="106159"/>
                </a:lnTo>
                <a:cubicBezTo>
                  <a:pt x="132076" y="101436"/>
                  <a:pt x="129221" y="99570"/>
                  <a:pt x="124791" y="99570"/>
                </a:cubicBezTo>
                <a:cubicBezTo>
                  <a:pt x="120289" y="99570"/>
                  <a:pt x="117434" y="102425"/>
                  <a:pt x="117434" y="106159"/>
                </a:cubicBezTo>
                <a:cubicBezTo>
                  <a:pt x="117434" y="110771"/>
                  <a:pt x="120289" y="112638"/>
                  <a:pt x="126915" y="115530"/>
                </a:cubicBezTo>
                <a:lnTo>
                  <a:pt x="130758" y="117177"/>
                </a:lnTo>
                <a:cubicBezTo>
                  <a:pt x="143863" y="122778"/>
                  <a:pt x="151221" y="128525"/>
                  <a:pt x="151221" y="141411"/>
                </a:cubicBezTo>
                <a:cubicBezTo>
                  <a:pt x="151221" y="155248"/>
                  <a:pt x="140313" y="162862"/>
                  <a:pt x="125707" y="16286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800367" y="3636046"/>
            <a:ext cx="140568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0367" y="3860956"/>
            <a:ext cx="139631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functionality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78661" y="4198321"/>
            <a:ext cx="5257273" cy="562275"/>
          </a:xfrm>
          <a:custGeom>
            <a:avLst/>
            <a:gdLst/>
            <a:ahLst/>
            <a:cxnLst/>
            <a:rect l="l" t="t" r="r" b="b"/>
            <a:pathLst>
              <a:path w="5257273" h="562275">
                <a:moveTo>
                  <a:pt x="74968" y="0"/>
                </a:moveTo>
                <a:lnTo>
                  <a:pt x="5182305" y="0"/>
                </a:lnTo>
                <a:cubicBezTo>
                  <a:pt x="5223708" y="0"/>
                  <a:pt x="5257273" y="33564"/>
                  <a:pt x="5257273" y="74968"/>
                </a:cubicBezTo>
                <a:lnTo>
                  <a:pt x="5257273" y="487307"/>
                </a:lnTo>
                <a:cubicBezTo>
                  <a:pt x="5257273" y="528711"/>
                  <a:pt x="5223708" y="562275"/>
                  <a:pt x="5182305" y="562275"/>
                </a:cubicBezTo>
                <a:lnTo>
                  <a:pt x="74968" y="562275"/>
                </a:lnTo>
                <a:cubicBezTo>
                  <a:pt x="33564" y="562275"/>
                  <a:pt x="0" y="528711"/>
                  <a:pt x="0" y="487307"/>
                </a:cubicBezTo>
                <a:lnTo>
                  <a:pt x="0" y="74968"/>
                </a:lnTo>
                <a:cubicBezTo>
                  <a:pt x="0" y="33564"/>
                  <a:pt x="33564" y="0"/>
                  <a:pt x="7496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6477059" y="4385746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153088" y="64867"/>
                </a:moveTo>
                <a:cubicBezTo>
                  <a:pt x="151111" y="64208"/>
                  <a:pt x="149135" y="63585"/>
                  <a:pt x="147158" y="63000"/>
                </a:cubicBezTo>
                <a:cubicBezTo>
                  <a:pt x="147487" y="61645"/>
                  <a:pt x="147780" y="60291"/>
                  <a:pt x="148073" y="58936"/>
                </a:cubicBezTo>
                <a:cubicBezTo>
                  <a:pt x="152576" y="37119"/>
                  <a:pt x="149611" y="19584"/>
                  <a:pt x="139617" y="13801"/>
                </a:cubicBezTo>
                <a:cubicBezTo>
                  <a:pt x="129990" y="8273"/>
                  <a:pt x="114285" y="14020"/>
                  <a:pt x="98398" y="27858"/>
                </a:cubicBezTo>
                <a:cubicBezTo>
                  <a:pt x="96824" y="29212"/>
                  <a:pt x="95287" y="30640"/>
                  <a:pt x="93822" y="32067"/>
                </a:cubicBezTo>
                <a:cubicBezTo>
                  <a:pt x="92834" y="31115"/>
                  <a:pt x="91809" y="30164"/>
                  <a:pt x="90784" y="29249"/>
                </a:cubicBezTo>
                <a:cubicBezTo>
                  <a:pt x="74128" y="14460"/>
                  <a:pt x="57436" y="8236"/>
                  <a:pt x="47442" y="14057"/>
                </a:cubicBezTo>
                <a:cubicBezTo>
                  <a:pt x="37851" y="19621"/>
                  <a:pt x="34996" y="36131"/>
                  <a:pt x="39022" y="56777"/>
                </a:cubicBezTo>
                <a:cubicBezTo>
                  <a:pt x="39425" y="58827"/>
                  <a:pt x="39864" y="60840"/>
                  <a:pt x="40377" y="62890"/>
                </a:cubicBezTo>
                <a:cubicBezTo>
                  <a:pt x="38034" y="63549"/>
                  <a:pt x="35728" y="64281"/>
                  <a:pt x="33568" y="65050"/>
                </a:cubicBezTo>
                <a:cubicBezTo>
                  <a:pt x="14020" y="71822"/>
                  <a:pt x="0" y="82511"/>
                  <a:pt x="0" y="93566"/>
                </a:cubicBezTo>
                <a:cubicBezTo>
                  <a:pt x="0" y="104987"/>
                  <a:pt x="14935" y="116445"/>
                  <a:pt x="35252" y="123400"/>
                </a:cubicBezTo>
                <a:cubicBezTo>
                  <a:pt x="36899" y="123949"/>
                  <a:pt x="38547" y="124499"/>
                  <a:pt x="40230" y="124974"/>
                </a:cubicBezTo>
                <a:cubicBezTo>
                  <a:pt x="39681" y="127171"/>
                  <a:pt x="39206" y="129331"/>
                  <a:pt x="38766" y="131564"/>
                </a:cubicBezTo>
                <a:cubicBezTo>
                  <a:pt x="34923" y="151880"/>
                  <a:pt x="37924" y="167987"/>
                  <a:pt x="47515" y="173515"/>
                </a:cubicBezTo>
                <a:cubicBezTo>
                  <a:pt x="57399" y="179225"/>
                  <a:pt x="74018" y="173368"/>
                  <a:pt x="90198" y="159201"/>
                </a:cubicBezTo>
                <a:cubicBezTo>
                  <a:pt x="91480" y="158067"/>
                  <a:pt x="92761" y="156895"/>
                  <a:pt x="94042" y="155651"/>
                </a:cubicBezTo>
                <a:cubicBezTo>
                  <a:pt x="95653" y="157225"/>
                  <a:pt x="97337" y="158726"/>
                  <a:pt x="99020" y="160190"/>
                </a:cubicBezTo>
                <a:cubicBezTo>
                  <a:pt x="114688" y="173661"/>
                  <a:pt x="130173" y="179115"/>
                  <a:pt x="139727" y="173588"/>
                </a:cubicBezTo>
                <a:cubicBezTo>
                  <a:pt x="149611" y="167877"/>
                  <a:pt x="152832" y="150562"/>
                  <a:pt x="148659" y="129477"/>
                </a:cubicBezTo>
                <a:cubicBezTo>
                  <a:pt x="148329" y="127866"/>
                  <a:pt x="147963" y="126219"/>
                  <a:pt x="147561" y="124535"/>
                </a:cubicBezTo>
                <a:cubicBezTo>
                  <a:pt x="148732" y="124206"/>
                  <a:pt x="149867" y="123840"/>
                  <a:pt x="151002" y="123474"/>
                </a:cubicBezTo>
                <a:cubicBezTo>
                  <a:pt x="172124" y="116482"/>
                  <a:pt x="187425" y="105170"/>
                  <a:pt x="187425" y="93566"/>
                </a:cubicBezTo>
                <a:cubicBezTo>
                  <a:pt x="187425" y="82474"/>
                  <a:pt x="173002" y="71712"/>
                  <a:pt x="153088" y="64867"/>
                </a:cubicBezTo>
                <a:close/>
                <a:moveTo>
                  <a:pt x="103560" y="33788"/>
                </a:moveTo>
                <a:cubicBezTo>
                  <a:pt x="117177" y="21927"/>
                  <a:pt x="129880" y="17278"/>
                  <a:pt x="135664" y="20609"/>
                </a:cubicBezTo>
                <a:cubicBezTo>
                  <a:pt x="141850" y="24160"/>
                  <a:pt x="144229" y="38510"/>
                  <a:pt x="140349" y="57362"/>
                </a:cubicBezTo>
                <a:cubicBezTo>
                  <a:pt x="140093" y="58607"/>
                  <a:pt x="139837" y="59815"/>
                  <a:pt x="139507" y="61023"/>
                </a:cubicBezTo>
                <a:cubicBezTo>
                  <a:pt x="131381" y="59193"/>
                  <a:pt x="123144" y="57875"/>
                  <a:pt x="114871" y="57143"/>
                </a:cubicBezTo>
                <a:cubicBezTo>
                  <a:pt x="110112" y="50334"/>
                  <a:pt x="104914" y="43818"/>
                  <a:pt x="99277" y="37705"/>
                </a:cubicBezTo>
                <a:cubicBezTo>
                  <a:pt x="100704" y="36350"/>
                  <a:pt x="102095" y="35069"/>
                  <a:pt x="103560" y="33788"/>
                </a:cubicBezTo>
                <a:close/>
                <a:moveTo>
                  <a:pt x="61206" y="112565"/>
                </a:moveTo>
                <a:cubicBezTo>
                  <a:pt x="63073" y="115750"/>
                  <a:pt x="64976" y="118934"/>
                  <a:pt x="66990" y="122046"/>
                </a:cubicBezTo>
                <a:cubicBezTo>
                  <a:pt x="61279" y="121424"/>
                  <a:pt x="55605" y="120508"/>
                  <a:pt x="50004" y="119300"/>
                </a:cubicBezTo>
                <a:cubicBezTo>
                  <a:pt x="51615" y="114029"/>
                  <a:pt x="53628" y="108575"/>
                  <a:pt x="55971" y="103011"/>
                </a:cubicBezTo>
                <a:cubicBezTo>
                  <a:pt x="57655" y="106232"/>
                  <a:pt x="59376" y="109417"/>
                  <a:pt x="61206" y="112565"/>
                </a:cubicBezTo>
                <a:close/>
                <a:moveTo>
                  <a:pt x="50114" y="68527"/>
                </a:moveTo>
                <a:cubicBezTo>
                  <a:pt x="55386" y="67356"/>
                  <a:pt x="60986" y="66404"/>
                  <a:pt x="66807" y="65672"/>
                </a:cubicBezTo>
                <a:cubicBezTo>
                  <a:pt x="64867" y="68710"/>
                  <a:pt x="62963" y="71822"/>
                  <a:pt x="61169" y="74970"/>
                </a:cubicBezTo>
                <a:cubicBezTo>
                  <a:pt x="59376" y="78082"/>
                  <a:pt x="57619" y="81266"/>
                  <a:pt x="55971" y="84488"/>
                </a:cubicBezTo>
                <a:cubicBezTo>
                  <a:pt x="53665" y="79033"/>
                  <a:pt x="51725" y="73689"/>
                  <a:pt x="50114" y="68527"/>
                </a:cubicBezTo>
                <a:close/>
                <a:moveTo>
                  <a:pt x="60144" y="93749"/>
                </a:moveTo>
                <a:cubicBezTo>
                  <a:pt x="62560" y="88697"/>
                  <a:pt x="65196" y="83756"/>
                  <a:pt x="67978" y="78887"/>
                </a:cubicBezTo>
                <a:cubicBezTo>
                  <a:pt x="70760" y="74018"/>
                  <a:pt x="73762" y="69296"/>
                  <a:pt x="76910" y="64647"/>
                </a:cubicBezTo>
                <a:cubicBezTo>
                  <a:pt x="82401" y="64244"/>
                  <a:pt x="88002" y="64025"/>
                  <a:pt x="93713" y="64025"/>
                </a:cubicBezTo>
                <a:cubicBezTo>
                  <a:pt x="99423" y="64025"/>
                  <a:pt x="105061" y="64244"/>
                  <a:pt x="110515" y="64647"/>
                </a:cubicBezTo>
                <a:cubicBezTo>
                  <a:pt x="113626" y="69259"/>
                  <a:pt x="116592" y="73982"/>
                  <a:pt x="119410" y="78814"/>
                </a:cubicBezTo>
                <a:cubicBezTo>
                  <a:pt x="122229" y="83646"/>
                  <a:pt x="124865" y="88588"/>
                  <a:pt x="127354" y="93603"/>
                </a:cubicBezTo>
                <a:cubicBezTo>
                  <a:pt x="124901" y="98654"/>
                  <a:pt x="122266" y="103633"/>
                  <a:pt x="119447" y="108538"/>
                </a:cubicBezTo>
                <a:cubicBezTo>
                  <a:pt x="116665" y="113407"/>
                  <a:pt x="113700" y="118129"/>
                  <a:pt x="110588" y="122815"/>
                </a:cubicBezTo>
                <a:cubicBezTo>
                  <a:pt x="105134" y="123217"/>
                  <a:pt x="99460" y="123400"/>
                  <a:pt x="93713" y="123400"/>
                </a:cubicBezTo>
                <a:cubicBezTo>
                  <a:pt x="87965" y="123400"/>
                  <a:pt x="82401" y="123217"/>
                  <a:pt x="77020" y="122888"/>
                </a:cubicBezTo>
                <a:cubicBezTo>
                  <a:pt x="73835" y="118239"/>
                  <a:pt x="70833" y="113480"/>
                  <a:pt x="68015" y="108611"/>
                </a:cubicBezTo>
                <a:cubicBezTo>
                  <a:pt x="65196" y="103743"/>
                  <a:pt x="62597" y="98801"/>
                  <a:pt x="60144" y="93749"/>
                </a:cubicBezTo>
                <a:close/>
                <a:moveTo>
                  <a:pt x="126256" y="112492"/>
                </a:moveTo>
                <a:cubicBezTo>
                  <a:pt x="128123" y="109270"/>
                  <a:pt x="129880" y="106012"/>
                  <a:pt x="131600" y="102718"/>
                </a:cubicBezTo>
                <a:cubicBezTo>
                  <a:pt x="133943" y="108026"/>
                  <a:pt x="135993" y="113407"/>
                  <a:pt x="137787" y="118934"/>
                </a:cubicBezTo>
                <a:cubicBezTo>
                  <a:pt x="132113" y="120216"/>
                  <a:pt x="126365" y="121204"/>
                  <a:pt x="120582" y="121863"/>
                </a:cubicBezTo>
                <a:cubicBezTo>
                  <a:pt x="122558" y="118788"/>
                  <a:pt x="124425" y="115640"/>
                  <a:pt x="126256" y="112492"/>
                </a:cubicBezTo>
                <a:close/>
                <a:moveTo>
                  <a:pt x="131527" y="84488"/>
                </a:moveTo>
                <a:cubicBezTo>
                  <a:pt x="129806" y="81266"/>
                  <a:pt x="128049" y="78045"/>
                  <a:pt x="126219" y="74897"/>
                </a:cubicBezTo>
                <a:cubicBezTo>
                  <a:pt x="124425" y="71785"/>
                  <a:pt x="122558" y="68710"/>
                  <a:pt x="120618" y="65672"/>
                </a:cubicBezTo>
                <a:cubicBezTo>
                  <a:pt x="126512" y="66404"/>
                  <a:pt x="132149" y="67392"/>
                  <a:pt x="137421" y="68600"/>
                </a:cubicBezTo>
                <a:cubicBezTo>
                  <a:pt x="135737" y="74018"/>
                  <a:pt x="133760" y="79290"/>
                  <a:pt x="131527" y="84488"/>
                </a:cubicBezTo>
                <a:close/>
                <a:moveTo>
                  <a:pt x="93786" y="43305"/>
                </a:moveTo>
                <a:cubicBezTo>
                  <a:pt x="97629" y="47479"/>
                  <a:pt x="101253" y="51871"/>
                  <a:pt x="104621" y="56411"/>
                </a:cubicBezTo>
                <a:cubicBezTo>
                  <a:pt x="97373" y="56081"/>
                  <a:pt x="90088" y="56081"/>
                  <a:pt x="82840" y="56411"/>
                </a:cubicBezTo>
                <a:cubicBezTo>
                  <a:pt x="86428" y="51688"/>
                  <a:pt x="90125" y="47296"/>
                  <a:pt x="93786" y="43305"/>
                </a:cubicBezTo>
                <a:close/>
                <a:moveTo>
                  <a:pt x="51322" y="20866"/>
                </a:moveTo>
                <a:cubicBezTo>
                  <a:pt x="57472" y="17278"/>
                  <a:pt x="71126" y="22403"/>
                  <a:pt x="85513" y="35142"/>
                </a:cubicBezTo>
                <a:cubicBezTo>
                  <a:pt x="86428" y="35948"/>
                  <a:pt x="87343" y="36826"/>
                  <a:pt x="88295" y="37705"/>
                </a:cubicBezTo>
                <a:cubicBezTo>
                  <a:pt x="82621" y="43818"/>
                  <a:pt x="77386" y="50334"/>
                  <a:pt x="72591" y="57143"/>
                </a:cubicBezTo>
                <a:cubicBezTo>
                  <a:pt x="64318" y="57875"/>
                  <a:pt x="56118" y="59156"/>
                  <a:pt x="47991" y="60950"/>
                </a:cubicBezTo>
                <a:cubicBezTo>
                  <a:pt x="47515" y="59083"/>
                  <a:pt x="47113" y="57179"/>
                  <a:pt x="46710" y="55276"/>
                </a:cubicBezTo>
                <a:cubicBezTo>
                  <a:pt x="43269" y="37558"/>
                  <a:pt x="45538" y="24197"/>
                  <a:pt x="51322" y="20866"/>
                </a:cubicBezTo>
                <a:close/>
                <a:moveTo>
                  <a:pt x="42354" y="117360"/>
                </a:moveTo>
                <a:cubicBezTo>
                  <a:pt x="40816" y="116921"/>
                  <a:pt x="39315" y="116445"/>
                  <a:pt x="37814" y="115933"/>
                </a:cubicBezTo>
                <a:cubicBezTo>
                  <a:pt x="30017" y="113480"/>
                  <a:pt x="21159" y="109600"/>
                  <a:pt x="14752" y="104511"/>
                </a:cubicBezTo>
                <a:cubicBezTo>
                  <a:pt x="11055" y="101949"/>
                  <a:pt x="8566" y="97995"/>
                  <a:pt x="7870" y="93566"/>
                </a:cubicBezTo>
                <a:cubicBezTo>
                  <a:pt x="7870" y="86867"/>
                  <a:pt x="19438" y="78301"/>
                  <a:pt x="36131" y="72481"/>
                </a:cubicBezTo>
                <a:cubicBezTo>
                  <a:pt x="38217" y="71749"/>
                  <a:pt x="40340" y="71090"/>
                  <a:pt x="42463" y="70467"/>
                </a:cubicBezTo>
                <a:cubicBezTo>
                  <a:pt x="44953" y="78411"/>
                  <a:pt x="47954" y="86208"/>
                  <a:pt x="51432" y="93749"/>
                </a:cubicBezTo>
                <a:cubicBezTo>
                  <a:pt x="47918" y="101400"/>
                  <a:pt x="44880" y="109307"/>
                  <a:pt x="42354" y="117360"/>
                </a:cubicBezTo>
                <a:close/>
                <a:moveTo>
                  <a:pt x="85037" y="153235"/>
                </a:moveTo>
                <a:cubicBezTo>
                  <a:pt x="78997" y="158762"/>
                  <a:pt x="72005" y="163155"/>
                  <a:pt x="64391" y="166157"/>
                </a:cubicBezTo>
                <a:cubicBezTo>
                  <a:pt x="60327" y="168097"/>
                  <a:pt x="55642" y="168280"/>
                  <a:pt x="51469" y="166633"/>
                </a:cubicBezTo>
                <a:cubicBezTo>
                  <a:pt x="45648" y="163265"/>
                  <a:pt x="43232" y="150343"/>
                  <a:pt x="46527" y="132955"/>
                </a:cubicBezTo>
                <a:cubicBezTo>
                  <a:pt x="46929" y="130905"/>
                  <a:pt x="47369" y="128855"/>
                  <a:pt x="47881" y="126841"/>
                </a:cubicBezTo>
                <a:cubicBezTo>
                  <a:pt x="56081" y="128598"/>
                  <a:pt x="64354" y="129806"/>
                  <a:pt x="72737" y="130429"/>
                </a:cubicBezTo>
                <a:cubicBezTo>
                  <a:pt x="77569" y="137274"/>
                  <a:pt x="82877" y="143827"/>
                  <a:pt x="88551" y="149977"/>
                </a:cubicBezTo>
                <a:cubicBezTo>
                  <a:pt x="87380" y="151111"/>
                  <a:pt x="86208" y="152210"/>
                  <a:pt x="85037" y="153235"/>
                </a:cubicBezTo>
                <a:close/>
                <a:moveTo>
                  <a:pt x="94005" y="144339"/>
                </a:moveTo>
                <a:cubicBezTo>
                  <a:pt x="90272" y="140313"/>
                  <a:pt x="86538" y="135847"/>
                  <a:pt x="82914" y="131051"/>
                </a:cubicBezTo>
                <a:cubicBezTo>
                  <a:pt x="86428" y="131198"/>
                  <a:pt x="90052" y="131271"/>
                  <a:pt x="93713" y="131271"/>
                </a:cubicBezTo>
                <a:cubicBezTo>
                  <a:pt x="97483" y="131271"/>
                  <a:pt x="101180" y="131198"/>
                  <a:pt x="104841" y="131015"/>
                </a:cubicBezTo>
                <a:cubicBezTo>
                  <a:pt x="101473" y="135664"/>
                  <a:pt x="97849" y="140093"/>
                  <a:pt x="94005" y="144339"/>
                </a:cubicBezTo>
                <a:close/>
                <a:moveTo>
                  <a:pt x="141850" y="155321"/>
                </a:moveTo>
                <a:cubicBezTo>
                  <a:pt x="141521" y="159787"/>
                  <a:pt x="139324" y="163960"/>
                  <a:pt x="135810" y="166779"/>
                </a:cubicBezTo>
                <a:cubicBezTo>
                  <a:pt x="129990" y="170147"/>
                  <a:pt x="117580" y="165754"/>
                  <a:pt x="104182" y="154260"/>
                </a:cubicBezTo>
                <a:cubicBezTo>
                  <a:pt x="102645" y="152942"/>
                  <a:pt x="101107" y="151514"/>
                  <a:pt x="99533" y="150050"/>
                </a:cubicBezTo>
                <a:cubicBezTo>
                  <a:pt x="105134" y="143863"/>
                  <a:pt x="110295" y="137311"/>
                  <a:pt x="114981" y="130429"/>
                </a:cubicBezTo>
                <a:cubicBezTo>
                  <a:pt x="123364" y="129733"/>
                  <a:pt x="131710" y="128452"/>
                  <a:pt x="139946" y="126585"/>
                </a:cubicBezTo>
                <a:cubicBezTo>
                  <a:pt x="140313" y="128086"/>
                  <a:pt x="140642" y="129587"/>
                  <a:pt x="140935" y="131051"/>
                </a:cubicBezTo>
                <a:cubicBezTo>
                  <a:pt x="142729" y="138958"/>
                  <a:pt x="143021" y="147195"/>
                  <a:pt x="141850" y="155321"/>
                </a:cubicBezTo>
                <a:close/>
                <a:moveTo>
                  <a:pt x="148512" y="115969"/>
                </a:moveTo>
                <a:cubicBezTo>
                  <a:pt x="147487" y="116299"/>
                  <a:pt x="146462" y="116628"/>
                  <a:pt x="145401" y="116921"/>
                </a:cubicBezTo>
                <a:cubicBezTo>
                  <a:pt x="142838" y="108941"/>
                  <a:pt x="139690" y="101144"/>
                  <a:pt x="136066" y="93566"/>
                </a:cubicBezTo>
                <a:cubicBezTo>
                  <a:pt x="139580" y="86098"/>
                  <a:pt x="142546" y="78411"/>
                  <a:pt x="145035" y="70541"/>
                </a:cubicBezTo>
                <a:cubicBezTo>
                  <a:pt x="146938" y="71090"/>
                  <a:pt x="148769" y="71675"/>
                  <a:pt x="150526" y="72261"/>
                </a:cubicBezTo>
                <a:cubicBezTo>
                  <a:pt x="167584" y="78118"/>
                  <a:pt x="179555" y="86831"/>
                  <a:pt x="179555" y="93493"/>
                </a:cubicBezTo>
                <a:cubicBezTo>
                  <a:pt x="179555" y="100668"/>
                  <a:pt x="166779" y="109929"/>
                  <a:pt x="148512" y="115969"/>
                </a:cubicBezTo>
                <a:close/>
                <a:moveTo>
                  <a:pt x="93713" y="110478"/>
                </a:moveTo>
                <a:cubicBezTo>
                  <a:pt x="102966" y="110478"/>
                  <a:pt x="110478" y="102966"/>
                  <a:pt x="110478" y="93713"/>
                </a:cubicBezTo>
                <a:cubicBezTo>
                  <a:pt x="110478" y="84459"/>
                  <a:pt x="102966" y="76947"/>
                  <a:pt x="93713" y="76947"/>
                </a:cubicBezTo>
                <a:cubicBezTo>
                  <a:pt x="84459" y="76947"/>
                  <a:pt x="76947" y="84459"/>
                  <a:pt x="76947" y="93713"/>
                </a:cubicBezTo>
                <a:cubicBezTo>
                  <a:pt x="76947" y="102966"/>
                  <a:pt x="84459" y="110478"/>
                  <a:pt x="93713" y="11047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800367" y="4273291"/>
            <a:ext cx="133071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0367" y="4498201"/>
            <a:ext cx="132134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UI framework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4850" y="5154189"/>
            <a:ext cx="5632123" cy="1705568"/>
          </a:xfrm>
          <a:custGeom>
            <a:avLst/>
            <a:gdLst/>
            <a:ahLst/>
            <a:cxnLst/>
            <a:rect l="l" t="t" r="r" b="b"/>
            <a:pathLst>
              <a:path w="5632123" h="1705568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1593120"/>
                </a:lnTo>
                <a:cubicBezTo>
                  <a:pt x="5632123" y="1655223"/>
                  <a:pt x="5581778" y="1705568"/>
                  <a:pt x="5519675" y="1705568"/>
                </a:cubicBezTo>
                <a:lnTo>
                  <a:pt x="112448" y="1705568"/>
                </a:lnTo>
                <a:cubicBezTo>
                  <a:pt x="50345" y="1705568"/>
                  <a:pt x="0" y="1655223"/>
                  <a:pt x="0" y="15931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228" dist="37485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4850" y="5154189"/>
            <a:ext cx="5632123" cy="37485"/>
          </a:xfrm>
          <a:custGeom>
            <a:avLst/>
            <a:gdLst/>
            <a:ahLst/>
            <a:cxnLst/>
            <a:rect l="l" t="t" r="r" b="b"/>
            <a:pathLst>
              <a:path w="5632123" h="37485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37485"/>
                </a:lnTo>
                <a:lnTo>
                  <a:pt x="0" y="37485"/>
                </a:ln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7" name="Shape 35"/>
          <p:cNvSpPr/>
          <p:nvPr/>
        </p:nvSpPr>
        <p:spPr>
          <a:xfrm>
            <a:off x="562275" y="5360357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262395" y="0"/>
                </a:moveTo>
                <a:lnTo>
                  <a:pt x="262395" y="0"/>
                </a:lnTo>
                <a:cubicBezTo>
                  <a:pt x="407215" y="0"/>
                  <a:pt x="524790" y="117575"/>
                  <a:pt x="524790" y="262395"/>
                </a:cubicBezTo>
                <a:lnTo>
                  <a:pt x="524790" y="262395"/>
                </a:lnTo>
                <a:cubicBezTo>
                  <a:pt x="524790" y="407215"/>
                  <a:pt x="407215" y="524790"/>
                  <a:pt x="262395" y="524790"/>
                </a:cubicBezTo>
                <a:lnTo>
                  <a:pt x="262395" y="524790"/>
                </a:lnTo>
                <a:cubicBezTo>
                  <a:pt x="117575" y="524790"/>
                  <a:pt x="0" y="407215"/>
                  <a:pt x="0" y="262395"/>
                </a:cubicBezTo>
                <a:lnTo>
                  <a:pt x="0" y="262395"/>
                </a:lnTo>
                <a:cubicBezTo>
                  <a:pt x="0" y="117575"/>
                  <a:pt x="117575" y="0"/>
                  <a:pt x="262395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8" name="Shape 36"/>
          <p:cNvSpPr/>
          <p:nvPr/>
        </p:nvSpPr>
        <p:spPr>
          <a:xfrm>
            <a:off x="740329" y="5510297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028" y="28114"/>
                </a:moveTo>
                <a:cubicBezTo>
                  <a:pt x="7028" y="12607"/>
                  <a:pt x="19636" y="0"/>
                  <a:pt x="35142" y="0"/>
                </a:cubicBezTo>
                <a:lnTo>
                  <a:pt x="133540" y="0"/>
                </a:lnTo>
                <a:cubicBezTo>
                  <a:pt x="149047" y="0"/>
                  <a:pt x="161654" y="12607"/>
                  <a:pt x="161654" y="28114"/>
                </a:cubicBezTo>
                <a:lnTo>
                  <a:pt x="161654" y="196796"/>
                </a:lnTo>
                <a:cubicBezTo>
                  <a:pt x="161654" y="212303"/>
                  <a:pt x="149047" y="224910"/>
                  <a:pt x="133540" y="224910"/>
                </a:cubicBezTo>
                <a:lnTo>
                  <a:pt x="35142" y="224910"/>
                </a:lnTo>
                <a:cubicBezTo>
                  <a:pt x="19636" y="224910"/>
                  <a:pt x="7028" y="212303"/>
                  <a:pt x="7028" y="196796"/>
                </a:cubicBezTo>
                <a:lnTo>
                  <a:pt x="7028" y="28114"/>
                </a:lnTo>
                <a:close/>
                <a:moveTo>
                  <a:pt x="35142" y="28114"/>
                </a:moveTo>
                <a:lnTo>
                  <a:pt x="35142" y="161654"/>
                </a:lnTo>
                <a:lnTo>
                  <a:pt x="133540" y="161654"/>
                </a:lnTo>
                <a:lnTo>
                  <a:pt x="133540" y="28114"/>
                </a:lnTo>
                <a:lnTo>
                  <a:pt x="35142" y="28114"/>
                </a:lnTo>
                <a:close/>
                <a:moveTo>
                  <a:pt x="84341" y="207339"/>
                </a:moveTo>
                <a:cubicBezTo>
                  <a:pt x="92116" y="207339"/>
                  <a:pt x="98398" y="201057"/>
                  <a:pt x="98398" y="193282"/>
                </a:cubicBezTo>
                <a:cubicBezTo>
                  <a:pt x="98398" y="185507"/>
                  <a:pt x="92116" y="179225"/>
                  <a:pt x="84341" y="179225"/>
                </a:cubicBezTo>
                <a:cubicBezTo>
                  <a:pt x="76566" y="179225"/>
                  <a:pt x="70284" y="185507"/>
                  <a:pt x="70284" y="193282"/>
                </a:cubicBezTo>
                <a:cubicBezTo>
                  <a:pt x="70284" y="201057"/>
                  <a:pt x="76566" y="207339"/>
                  <a:pt x="84341" y="2073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1199520" y="5472812"/>
            <a:ext cx="1246377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2275" y="6035087"/>
            <a:ext cx="5257273" cy="637245"/>
          </a:xfrm>
          <a:custGeom>
            <a:avLst/>
            <a:gdLst/>
            <a:ahLst/>
            <a:cxnLst/>
            <a:rect l="l" t="t" r="r" b="b"/>
            <a:pathLst>
              <a:path w="5257273" h="637245">
                <a:moveTo>
                  <a:pt x="74972" y="0"/>
                </a:moveTo>
                <a:lnTo>
                  <a:pt x="5182301" y="0"/>
                </a:lnTo>
                <a:cubicBezTo>
                  <a:pt x="5223707" y="0"/>
                  <a:pt x="5257273" y="33566"/>
                  <a:pt x="5257273" y="74972"/>
                </a:cubicBezTo>
                <a:lnTo>
                  <a:pt x="5257273" y="562273"/>
                </a:lnTo>
                <a:cubicBezTo>
                  <a:pt x="5257273" y="603679"/>
                  <a:pt x="5223707" y="637245"/>
                  <a:pt x="5182301" y="637245"/>
                </a:cubicBezTo>
                <a:lnTo>
                  <a:pt x="74972" y="637245"/>
                </a:lnTo>
                <a:cubicBezTo>
                  <a:pt x="33566" y="637245"/>
                  <a:pt x="0" y="603679"/>
                  <a:pt x="0" y="562273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702844" y="6241254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208789" y="44"/>
                </a:moveTo>
                <a:cubicBezTo>
                  <a:pt x="213137" y="-307"/>
                  <a:pt x="217398" y="1362"/>
                  <a:pt x="220473" y="4437"/>
                </a:cubicBezTo>
                <a:cubicBezTo>
                  <a:pt x="223548" y="7512"/>
                  <a:pt x="225218" y="11773"/>
                  <a:pt x="224866" y="16121"/>
                </a:cubicBezTo>
                <a:cubicBezTo>
                  <a:pt x="223109" y="37778"/>
                  <a:pt x="217223" y="71558"/>
                  <a:pt x="204528" y="103845"/>
                </a:cubicBezTo>
                <a:cubicBezTo>
                  <a:pt x="203737" y="105822"/>
                  <a:pt x="202112" y="107315"/>
                  <a:pt x="200047" y="107930"/>
                </a:cubicBezTo>
                <a:lnTo>
                  <a:pt x="164509" y="118605"/>
                </a:lnTo>
                <a:cubicBezTo>
                  <a:pt x="162796" y="119132"/>
                  <a:pt x="161654" y="120670"/>
                  <a:pt x="161654" y="122471"/>
                </a:cubicBezTo>
                <a:cubicBezTo>
                  <a:pt x="161654" y="124711"/>
                  <a:pt x="163455" y="126512"/>
                  <a:pt x="165695" y="126512"/>
                </a:cubicBezTo>
                <a:lnTo>
                  <a:pt x="182652" y="126512"/>
                </a:lnTo>
                <a:cubicBezTo>
                  <a:pt x="187923" y="126512"/>
                  <a:pt x="191305" y="132135"/>
                  <a:pt x="188582" y="136659"/>
                </a:cubicBezTo>
                <a:cubicBezTo>
                  <a:pt x="186825" y="139602"/>
                  <a:pt x="184936" y="142458"/>
                  <a:pt x="183003" y="145269"/>
                </a:cubicBezTo>
                <a:cubicBezTo>
                  <a:pt x="182124" y="146543"/>
                  <a:pt x="180807" y="147465"/>
                  <a:pt x="179313" y="147949"/>
                </a:cubicBezTo>
                <a:lnTo>
                  <a:pt x="136396" y="160776"/>
                </a:lnTo>
                <a:cubicBezTo>
                  <a:pt x="134682" y="161303"/>
                  <a:pt x="133540" y="162840"/>
                  <a:pt x="133540" y="164641"/>
                </a:cubicBezTo>
                <a:cubicBezTo>
                  <a:pt x="133540" y="166882"/>
                  <a:pt x="135341" y="168683"/>
                  <a:pt x="137582" y="168683"/>
                </a:cubicBezTo>
                <a:lnTo>
                  <a:pt x="144610" y="168683"/>
                </a:lnTo>
                <a:cubicBezTo>
                  <a:pt x="151024" y="168683"/>
                  <a:pt x="153835" y="176326"/>
                  <a:pt x="148476" y="179840"/>
                </a:cubicBezTo>
                <a:cubicBezTo>
                  <a:pt x="118605" y="199608"/>
                  <a:pt x="87987" y="198861"/>
                  <a:pt x="68352" y="193590"/>
                </a:cubicBezTo>
                <a:cubicBezTo>
                  <a:pt x="62773" y="192096"/>
                  <a:pt x="57809" y="189241"/>
                  <a:pt x="53240" y="185727"/>
                </a:cubicBezTo>
                <a:lnTo>
                  <a:pt x="21085" y="217882"/>
                </a:lnTo>
                <a:cubicBezTo>
                  <a:pt x="17220" y="221747"/>
                  <a:pt x="10894" y="221747"/>
                  <a:pt x="7028" y="217882"/>
                </a:cubicBezTo>
                <a:cubicBezTo>
                  <a:pt x="3163" y="214016"/>
                  <a:pt x="3163" y="207690"/>
                  <a:pt x="7028" y="203825"/>
                </a:cubicBezTo>
                <a:lnTo>
                  <a:pt x="42171" y="168683"/>
                </a:lnTo>
                <a:lnTo>
                  <a:pt x="42390" y="168902"/>
                </a:lnTo>
                <a:cubicBezTo>
                  <a:pt x="42698" y="168331"/>
                  <a:pt x="43093" y="167804"/>
                  <a:pt x="43576" y="167321"/>
                </a:cubicBezTo>
                <a:lnTo>
                  <a:pt x="112455" y="98398"/>
                </a:lnTo>
                <a:cubicBezTo>
                  <a:pt x="116321" y="94533"/>
                  <a:pt x="116321" y="88207"/>
                  <a:pt x="112455" y="84341"/>
                </a:cubicBezTo>
                <a:cubicBezTo>
                  <a:pt x="108589" y="80476"/>
                  <a:pt x="102264" y="80476"/>
                  <a:pt x="98398" y="84341"/>
                </a:cubicBezTo>
                <a:lnTo>
                  <a:pt x="39403" y="143292"/>
                </a:lnTo>
                <a:cubicBezTo>
                  <a:pt x="35494" y="147202"/>
                  <a:pt x="28861" y="145225"/>
                  <a:pt x="28421" y="139690"/>
                </a:cubicBezTo>
                <a:cubicBezTo>
                  <a:pt x="26532" y="116321"/>
                  <a:pt x="32507" y="85615"/>
                  <a:pt x="60313" y="57809"/>
                </a:cubicBezTo>
                <a:cubicBezTo>
                  <a:pt x="100331" y="17791"/>
                  <a:pt x="171977" y="3031"/>
                  <a:pt x="208745" y="4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1068323" y="6147542"/>
            <a:ext cx="173368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Flutter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68323" y="6372452"/>
            <a:ext cx="172431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development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1236" y="5154189"/>
            <a:ext cx="5632123" cy="1705568"/>
          </a:xfrm>
          <a:custGeom>
            <a:avLst/>
            <a:gdLst/>
            <a:ahLst/>
            <a:cxnLst/>
            <a:rect l="l" t="t" r="r" b="b"/>
            <a:pathLst>
              <a:path w="5632123" h="1705568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1593120"/>
                </a:lnTo>
                <a:cubicBezTo>
                  <a:pt x="5632123" y="1655223"/>
                  <a:pt x="5581778" y="1705568"/>
                  <a:pt x="5519675" y="1705568"/>
                </a:cubicBezTo>
                <a:lnTo>
                  <a:pt x="112448" y="1705568"/>
                </a:lnTo>
                <a:cubicBezTo>
                  <a:pt x="50345" y="1705568"/>
                  <a:pt x="0" y="1655223"/>
                  <a:pt x="0" y="15931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228" dist="37485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91236" y="5154189"/>
            <a:ext cx="5632123" cy="37485"/>
          </a:xfrm>
          <a:custGeom>
            <a:avLst/>
            <a:gdLst/>
            <a:ahLst/>
            <a:cxnLst/>
            <a:rect l="l" t="t" r="r" b="b"/>
            <a:pathLst>
              <a:path w="5632123" h="37485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37485"/>
                </a:lnTo>
                <a:lnTo>
                  <a:pt x="0" y="37485"/>
                </a:ln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6378661" y="5360357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262395" y="0"/>
                </a:moveTo>
                <a:lnTo>
                  <a:pt x="262395" y="0"/>
                </a:lnTo>
                <a:cubicBezTo>
                  <a:pt x="407215" y="0"/>
                  <a:pt x="524790" y="117575"/>
                  <a:pt x="524790" y="262395"/>
                </a:cubicBezTo>
                <a:lnTo>
                  <a:pt x="524790" y="262395"/>
                </a:lnTo>
                <a:cubicBezTo>
                  <a:pt x="524790" y="407215"/>
                  <a:pt x="407215" y="524790"/>
                  <a:pt x="262395" y="524790"/>
                </a:cubicBezTo>
                <a:lnTo>
                  <a:pt x="262395" y="524790"/>
                </a:lnTo>
                <a:cubicBezTo>
                  <a:pt x="117575" y="524790"/>
                  <a:pt x="0" y="407215"/>
                  <a:pt x="0" y="262395"/>
                </a:cubicBezTo>
                <a:lnTo>
                  <a:pt x="0" y="262395"/>
                </a:lnTo>
                <a:cubicBezTo>
                  <a:pt x="0" y="117575"/>
                  <a:pt x="117575" y="0"/>
                  <a:pt x="26239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6542658" y="5510297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196796" y="90403"/>
                </a:moveTo>
                <a:cubicBezTo>
                  <a:pt x="190295" y="94708"/>
                  <a:pt x="182827" y="98179"/>
                  <a:pt x="175052" y="100946"/>
                </a:cubicBezTo>
                <a:cubicBezTo>
                  <a:pt x="154406" y="108326"/>
                  <a:pt x="127303" y="112455"/>
                  <a:pt x="98398" y="112455"/>
                </a:cubicBezTo>
                <a:cubicBezTo>
                  <a:pt x="69494" y="112455"/>
                  <a:pt x="42346" y="108282"/>
                  <a:pt x="21744" y="100946"/>
                </a:cubicBezTo>
                <a:cubicBezTo>
                  <a:pt x="14013" y="98179"/>
                  <a:pt x="6501" y="94708"/>
                  <a:pt x="0" y="90403"/>
                </a:cubicBezTo>
                <a:lnTo>
                  <a:pt x="0" y="126512"/>
                </a:lnTo>
                <a:cubicBezTo>
                  <a:pt x="0" y="145928"/>
                  <a:pt x="44060" y="161654"/>
                  <a:pt x="98398" y="161654"/>
                </a:cubicBezTo>
                <a:cubicBezTo>
                  <a:pt x="152737" y="161654"/>
                  <a:pt x="196796" y="145928"/>
                  <a:pt x="196796" y="126512"/>
                </a:cubicBezTo>
                <a:lnTo>
                  <a:pt x="196796" y="90403"/>
                </a:lnTo>
                <a:close/>
                <a:moveTo>
                  <a:pt x="196796" y="56228"/>
                </a:moveTo>
                <a:lnTo>
                  <a:pt x="196796" y="35142"/>
                </a:lnTo>
                <a:cubicBezTo>
                  <a:pt x="196796" y="15726"/>
                  <a:pt x="152737" y="0"/>
                  <a:pt x="98398" y="0"/>
                </a:cubicBezTo>
                <a:cubicBezTo>
                  <a:pt x="44060" y="0"/>
                  <a:pt x="0" y="15726"/>
                  <a:pt x="0" y="35142"/>
                </a:cubicBezTo>
                <a:lnTo>
                  <a:pt x="0" y="56228"/>
                </a:lnTo>
                <a:cubicBezTo>
                  <a:pt x="0" y="75644"/>
                  <a:pt x="44060" y="91370"/>
                  <a:pt x="98398" y="91370"/>
                </a:cubicBezTo>
                <a:cubicBezTo>
                  <a:pt x="152737" y="91370"/>
                  <a:pt x="196796" y="75644"/>
                  <a:pt x="196796" y="56228"/>
                </a:cubicBezTo>
                <a:close/>
                <a:moveTo>
                  <a:pt x="175052" y="171230"/>
                </a:moveTo>
                <a:cubicBezTo>
                  <a:pt x="154450" y="178566"/>
                  <a:pt x="127347" y="182739"/>
                  <a:pt x="98398" y="182739"/>
                </a:cubicBezTo>
                <a:cubicBezTo>
                  <a:pt x="69450" y="182739"/>
                  <a:pt x="42346" y="178566"/>
                  <a:pt x="21744" y="171230"/>
                </a:cubicBezTo>
                <a:cubicBezTo>
                  <a:pt x="14013" y="168463"/>
                  <a:pt x="6501" y="164993"/>
                  <a:pt x="0" y="160688"/>
                </a:cubicBezTo>
                <a:lnTo>
                  <a:pt x="0" y="189768"/>
                </a:lnTo>
                <a:cubicBezTo>
                  <a:pt x="0" y="209184"/>
                  <a:pt x="44060" y="224910"/>
                  <a:pt x="98398" y="224910"/>
                </a:cubicBezTo>
                <a:cubicBezTo>
                  <a:pt x="152737" y="224910"/>
                  <a:pt x="196796" y="209184"/>
                  <a:pt x="196796" y="189768"/>
                </a:cubicBezTo>
                <a:lnTo>
                  <a:pt x="196796" y="160688"/>
                </a:lnTo>
                <a:cubicBezTo>
                  <a:pt x="190295" y="164993"/>
                  <a:pt x="182827" y="168463"/>
                  <a:pt x="175052" y="1712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7015906" y="5472812"/>
            <a:ext cx="1049580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78661" y="6035087"/>
            <a:ext cx="5257273" cy="637245"/>
          </a:xfrm>
          <a:custGeom>
            <a:avLst/>
            <a:gdLst/>
            <a:ahLst/>
            <a:cxnLst/>
            <a:rect l="l" t="t" r="r" b="b"/>
            <a:pathLst>
              <a:path w="5257273" h="637245">
                <a:moveTo>
                  <a:pt x="74972" y="0"/>
                </a:moveTo>
                <a:lnTo>
                  <a:pt x="5182301" y="0"/>
                </a:lnTo>
                <a:cubicBezTo>
                  <a:pt x="5223707" y="0"/>
                  <a:pt x="5257273" y="33566"/>
                  <a:pt x="5257273" y="74972"/>
                </a:cubicBezTo>
                <a:lnTo>
                  <a:pt x="5257273" y="562273"/>
                </a:lnTo>
                <a:cubicBezTo>
                  <a:pt x="5257273" y="603679"/>
                  <a:pt x="5223707" y="637245"/>
                  <a:pt x="5182301" y="637245"/>
                </a:cubicBezTo>
                <a:lnTo>
                  <a:pt x="74972" y="637245"/>
                </a:lnTo>
                <a:cubicBezTo>
                  <a:pt x="33566" y="637245"/>
                  <a:pt x="0" y="603679"/>
                  <a:pt x="0" y="562273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0" name="Shape 48"/>
          <p:cNvSpPr/>
          <p:nvPr/>
        </p:nvSpPr>
        <p:spPr>
          <a:xfrm>
            <a:off x="6533286" y="6241254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28114" y="14057"/>
                </a:moveTo>
                <a:cubicBezTo>
                  <a:pt x="12607" y="14057"/>
                  <a:pt x="0" y="26664"/>
                  <a:pt x="0" y="42171"/>
                </a:cubicBezTo>
                <a:lnTo>
                  <a:pt x="0" y="70284"/>
                </a:lnTo>
                <a:cubicBezTo>
                  <a:pt x="0" y="85791"/>
                  <a:pt x="12607" y="98398"/>
                  <a:pt x="28114" y="98398"/>
                </a:cubicBezTo>
                <a:lnTo>
                  <a:pt x="168683" y="98398"/>
                </a:lnTo>
                <a:cubicBezTo>
                  <a:pt x="184189" y="98398"/>
                  <a:pt x="196796" y="85791"/>
                  <a:pt x="196796" y="70284"/>
                </a:cubicBezTo>
                <a:lnTo>
                  <a:pt x="196796" y="42171"/>
                </a:lnTo>
                <a:cubicBezTo>
                  <a:pt x="196796" y="26664"/>
                  <a:pt x="184189" y="14057"/>
                  <a:pt x="168683" y="14057"/>
                </a:cubicBezTo>
                <a:lnTo>
                  <a:pt x="28114" y="14057"/>
                </a:lnTo>
                <a:close/>
                <a:moveTo>
                  <a:pt x="122998" y="45685"/>
                </a:moveTo>
                <a:cubicBezTo>
                  <a:pt x="128816" y="45685"/>
                  <a:pt x="133540" y="50409"/>
                  <a:pt x="133540" y="56228"/>
                </a:cubicBezTo>
                <a:cubicBezTo>
                  <a:pt x="133540" y="62046"/>
                  <a:pt x="128816" y="66770"/>
                  <a:pt x="122998" y="66770"/>
                </a:cubicBezTo>
                <a:cubicBezTo>
                  <a:pt x="117179" y="66770"/>
                  <a:pt x="112455" y="62046"/>
                  <a:pt x="112455" y="56228"/>
                </a:cubicBezTo>
                <a:cubicBezTo>
                  <a:pt x="112455" y="50409"/>
                  <a:pt x="117179" y="45685"/>
                  <a:pt x="122998" y="45685"/>
                </a:cubicBezTo>
                <a:close/>
                <a:moveTo>
                  <a:pt x="147597" y="56228"/>
                </a:moveTo>
                <a:cubicBezTo>
                  <a:pt x="147597" y="50409"/>
                  <a:pt x="152321" y="45685"/>
                  <a:pt x="158140" y="45685"/>
                </a:cubicBezTo>
                <a:cubicBezTo>
                  <a:pt x="163959" y="45685"/>
                  <a:pt x="168683" y="50409"/>
                  <a:pt x="168683" y="56228"/>
                </a:cubicBezTo>
                <a:cubicBezTo>
                  <a:pt x="168683" y="62046"/>
                  <a:pt x="163959" y="66770"/>
                  <a:pt x="158140" y="66770"/>
                </a:cubicBezTo>
                <a:cubicBezTo>
                  <a:pt x="152321" y="66770"/>
                  <a:pt x="147597" y="62046"/>
                  <a:pt x="147597" y="56228"/>
                </a:cubicBezTo>
                <a:close/>
                <a:moveTo>
                  <a:pt x="28114" y="126512"/>
                </a:moveTo>
                <a:cubicBezTo>
                  <a:pt x="12607" y="126512"/>
                  <a:pt x="0" y="139119"/>
                  <a:pt x="0" y="154626"/>
                </a:cubicBezTo>
                <a:lnTo>
                  <a:pt x="0" y="182739"/>
                </a:lnTo>
                <a:cubicBezTo>
                  <a:pt x="0" y="198246"/>
                  <a:pt x="12607" y="210853"/>
                  <a:pt x="28114" y="210853"/>
                </a:cubicBezTo>
                <a:lnTo>
                  <a:pt x="168683" y="210853"/>
                </a:lnTo>
                <a:cubicBezTo>
                  <a:pt x="184189" y="210853"/>
                  <a:pt x="196796" y="198246"/>
                  <a:pt x="196796" y="182739"/>
                </a:cubicBezTo>
                <a:lnTo>
                  <a:pt x="196796" y="154626"/>
                </a:lnTo>
                <a:cubicBezTo>
                  <a:pt x="196796" y="139119"/>
                  <a:pt x="184189" y="126512"/>
                  <a:pt x="168683" y="126512"/>
                </a:cubicBezTo>
                <a:lnTo>
                  <a:pt x="28114" y="126512"/>
                </a:lnTo>
                <a:close/>
                <a:moveTo>
                  <a:pt x="122998" y="158140"/>
                </a:moveTo>
                <a:cubicBezTo>
                  <a:pt x="128816" y="158140"/>
                  <a:pt x="133540" y="162864"/>
                  <a:pt x="133540" y="168683"/>
                </a:cubicBezTo>
                <a:cubicBezTo>
                  <a:pt x="133540" y="174501"/>
                  <a:pt x="128816" y="179225"/>
                  <a:pt x="122998" y="179225"/>
                </a:cubicBezTo>
                <a:cubicBezTo>
                  <a:pt x="117179" y="179225"/>
                  <a:pt x="112455" y="174501"/>
                  <a:pt x="112455" y="168683"/>
                </a:cubicBezTo>
                <a:cubicBezTo>
                  <a:pt x="112455" y="162864"/>
                  <a:pt x="117179" y="158140"/>
                  <a:pt x="122998" y="158140"/>
                </a:cubicBezTo>
                <a:close/>
                <a:moveTo>
                  <a:pt x="147597" y="168683"/>
                </a:moveTo>
                <a:cubicBezTo>
                  <a:pt x="147597" y="162864"/>
                  <a:pt x="152321" y="158140"/>
                  <a:pt x="158140" y="158140"/>
                </a:cubicBezTo>
                <a:cubicBezTo>
                  <a:pt x="163959" y="158140"/>
                  <a:pt x="168683" y="162864"/>
                  <a:pt x="168683" y="168683"/>
                </a:cubicBezTo>
                <a:cubicBezTo>
                  <a:pt x="168683" y="174501"/>
                  <a:pt x="163959" y="179225"/>
                  <a:pt x="158140" y="179225"/>
                </a:cubicBezTo>
                <a:cubicBezTo>
                  <a:pt x="152321" y="179225"/>
                  <a:pt x="147597" y="174501"/>
                  <a:pt x="147597" y="16868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884708" y="6147542"/>
            <a:ext cx="194922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84708" y="6372452"/>
            <a:ext cx="193984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database management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62275" y="3561076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262395" y="0"/>
                </a:moveTo>
                <a:lnTo>
                  <a:pt x="262395" y="0"/>
                </a:lnTo>
                <a:cubicBezTo>
                  <a:pt x="407215" y="0"/>
                  <a:pt x="524790" y="117575"/>
                  <a:pt x="524790" y="262395"/>
                </a:cubicBezTo>
                <a:lnTo>
                  <a:pt x="524790" y="262395"/>
                </a:lnTo>
                <a:cubicBezTo>
                  <a:pt x="524790" y="407215"/>
                  <a:pt x="407215" y="524790"/>
                  <a:pt x="262395" y="524790"/>
                </a:cubicBezTo>
                <a:lnTo>
                  <a:pt x="262395" y="524790"/>
                </a:lnTo>
                <a:cubicBezTo>
                  <a:pt x="117575" y="524790"/>
                  <a:pt x="0" y="407215"/>
                  <a:pt x="0" y="262395"/>
                </a:cubicBezTo>
                <a:lnTo>
                  <a:pt x="0" y="262395"/>
                </a:lnTo>
                <a:cubicBezTo>
                  <a:pt x="0" y="117575"/>
                  <a:pt x="117575" y="0"/>
                  <a:pt x="262395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1087065" y="3636046"/>
            <a:ext cx="2203891" cy="6204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endParaRPr lang="en-US" sz="1600" dirty="0"/>
          </a:p>
        </p:txBody>
      </p:sp>
      <p:pic>
        <p:nvPicPr>
          <p:cNvPr id="55" name="Image 0" descr="https://kimi-img.moonshot.cn/pub/slides/26-02-20-04:28:58-d6bn52mp4uo4ck7jfp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760" y="4385746"/>
            <a:ext cx="487305" cy="487305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1274490" y="4433779"/>
            <a:ext cx="230359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</a:t>
            </a:r>
            <a:endParaRPr lang="en-US" sz="1600" dirty="0"/>
          </a:p>
        </p:txBody>
      </p:sp>
      <p:pic>
        <p:nvPicPr>
          <p:cNvPr id="57" name="Image 1" descr="https://kimi-img.moonshot.cn/pub/slides/26-02-20-04:30:26-d6bn5on2ekfv6o2hhv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1" y="3699924"/>
            <a:ext cx="284579" cy="28457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astchart.com/b5d08102a01190515e490b234b77a7bd4c28afe2.jpeg">    </p:cNvPr>
          <p:cNvPicPr>
            <a:picLocks noChangeAspect="1"/>
          </p:cNvPicPr>
          <p:nvPr/>
        </p:nvPicPr>
        <p:blipFill>
          <a:blip r:embed="rId1"/>
          <a:srcRect l="3481" r="348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685800" y="1293493"/>
            <a:ext cx="2056805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59E0B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2809875"/>
            <a:ext cx="1141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Analysis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Design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44672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7529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stakeholders, and system specifications and diagrams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Context &amp; Stakeholders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healthcare ecosystem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6162675" cy="3657600"/>
          </a:xfrm>
          <a:custGeom>
            <a:avLst/>
            <a:gdLst/>
            <a:ahLst/>
            <a:cxnLst/>
            <a:rect l="l" t="t" r="r" b="b"/>
            <a:pathLst>
              <a:path w="6162675" h="3657600">
                <a:moveTo>
                  <a:pt x="38100" y="0"/>
                </a:moveTo>
                <a:lnTo>
                  <a:pt x="6048375" y="0"/>
                </a:lnTo>
                <a:cubicBezTo>
                  <a:pt x="6111459" y="0"/>
                  <a:pt x="6162675" y="51216"/>
                  <a:pt x="6162675" y="114300"/>
                </a:cubicBezTo>
                <a:lnTo>
                  <a:pt x="6162675" y="3543300"/>
                </a:lnTo>
                <a:cubicBezTo>
                  <a:pt x="6162675" y="3606384"/>
                  <a:pt x="6111459" y="3657600"/>
                  <a:pt x="6048375" y="3657600"/>
                </a:cubicBezTo>
                <a:lnTo>
                  <a:pt x="38100" y="3657600"/>
                </a:lnTo>
                <a:cubicBezTo>
                  <a:pt x="17058" y="3657600"/>
                  <a:pt x="0" y="3640542"/>
                  <a:pt x="0" y="3619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3657600"/>
          </a:xfrm>
          <a:custGeom>
            <a:avLst/>
            <a:gdLst/>
            <a:ahLst/>
            <a:cxnLst/>
            <a:rect l="l" t="t" r="r" b="b"/>
            <a:pathLst>
              <a:path w="38100" h="3657600">
                <a:moveTo>
                  <a:pt x="38100" y="0"/>
                </a:moveTo>
                <a:lnTo>
                  <a:pt x="38100" y="0"/>
                </a:lnTo>
                <a:lnTo>
                  <a:pt x="38100" y="3657600"/>
                </a:lnTo>
                <a:lnTo>
                  <a:pt x="38100" y="3657600"/>
                </a:lnTo>
                <a:cubicBezTo>
                  <a:pt x="17072" y="3657600"/>
                  <a:pt x="0" y="3640528"/>
                  <a:pt x="0" y="3619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383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47725" y="1600200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Users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019300"/>
            <a:ext cx="5762625" cy="647700"/>
          </a:xfrm>
          <a:custGeom>
            <a:avLst/>
            <a:gdLst/>
            <a:ahLst/>
            <a:cxnLst/>
            <a:rect l="l" t="t" r="r" b="b"/>
            <a:pathLst>
              <a:path w="5762625" h="647700">
                <a:moveTo>
                  <a:pt x="76202" y="0"/>
                </a:moveTo>
                <a:lnTo>
                  <a:pt x="5686423" y="0"/>
                </a:lnTo>
                <a:cubicBezTo>
                  <a:pt x="5728508" y="0"/>
                  <a:pt x="5762625" y="34117"/>
                  <a:pt x="5762625" y="76202"/>
                </a:cubicBezTo>
                <a:lnTo>
                  <a:pt x="5762625" y="571498"/>
                </a:lnTo>
                <a:cubicBezTo>
                  <a:pt x="5762625" y="613583"/>
                  <a:pt x="5728508" y="647700"/>
                  <a:pt x="56864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723900" y="2133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847725" y="2247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2241" y="23813"/>
                </a:moveTo>
                <a:lnTo>
                  <a:pt x="99417" y="23813"/>
                </a:lnTo>
                <a:cubicBezTo>
                  <a:pt x="96232" y="16490"/>
                  <a:pt x="90636" y="10448"/>
                  <a:pt x="83671" y="6668"/>
                </a:cubicBezTo>
                <a:lnTo>
                  <a:pt x="72241" y="23813"/>
                </a:lnTo>
                <a:close/>
                <a:moveTo>
                  <a:pt x="71973" y="2768"/>
                </a:moveTo>
                <a:cubicBezTo>
                  <a:pt x="70247" y="2500"/>
                  <a:pt x="68461" y="2381"/>
                  <a:pt x="66675" y="2381"/>
                </a:cubicBezTo>
                <a:cubicBezTo>
                  <a:pt x="52030" y="2381"/>
                  <a:pt x="39439" y="11192"/>
                  <a:pt x="33933" y="23813"/>
                </a:cubicBezTo>
                <a:lnTo>
                  <a:pt x="57924" y="23813"/>
                </a:lnTo>
                <a:lnTo>
                  <a:pt x="71944" y="2768"/>
                </a:lnTo>
                <a:close/>
                <a:moveTo>
                  <a:pt x="66675" y="73819"/>
                </a:moveTo>
                <a:cubicBezTo>
                  <a:pt x="86410" y="73819"/>
                  <a:pt x="102394" y="57835"/>
                  <a:pt x="102394" y="38100"/>
                </a:cubicBezTo>
                <a:lnTo>
                  <a:pt x="30956" y="38100"/>
                </a:lnTo>
                <a:cubicBezTo>
                  <a:pt x="30956" y="57835"/>
                  <a:pt x="46940" y="73819"/>
                  <a:pt x="66675" y="73819"/>
                </a:cubicBezTo>
                <a:close/>
                <a:moveTo>
                  <a:pt x="29379" y="101739"/>
                </a:moveTo>
                <a:cubicBezTo>
                  <a:pt x="14674" y="110192"/>
                  <a:pt x="4763" y="126057"/>
                  <a:pt x="4763" y="144244"/>
                </a:cubicBezTo>
                <a:cubicBezTo>
                  <a:pt x="4763" y="148739"/>
                  <a:pt x="8424" y="152400"/>
                  <a:pt x="12918" y="152400"/>
                </a:cubicBezTo>
                <a:lnTo>
                  <a:pt x="57864" y="152400"/>
                </a:lnTo>
                <a:lnTo>
                  <a:pt x="29349" y="101739"/>
                </a:lnTo>
                <a:close/>
                <a:moveTo>
                  <a:pt x="42803" y="96470"/>
                </a:moveTo>
                <a:lnTo>
                  <a:pt x="55513" y="119062"/>
                </a:lnTo>
                <a:lnTo>
                  <a:pt x="80962" y="119062"/>
                </a:lnTo>
                <a:cubicBezTo>
                  <a:pt x="94119" y="119062"/>
                  <a:pt x="104775" y="129719"/>
                  <a:pt x="104775" y="142875"/>
                </a:cubicBezTo>
                <a:cubicBezTo>
                  <a:pt x="104775" y="146268"/>
                  <a:pt x="104061" y="149483"/>
                  <a:pt x="102781" y="152400"/>
                </a:cubicBezTo>
                <a:lnTo>
                  <a:pt x="120402" y="152400"/>
                </a:lnTo>
                <a:cubicBezTo>
                  <a:pt x="124897" y="152400"/>
                  <a:pt x="128558" y="148739"/>
                  <a:pt x="128558" y="144244"/>
                </a:cubicBezTo>
                <a:cubicBezTo>
                  <a:pt x="128558" y="117187"/>
                  <a:pt x="106620" y="95250"/>
                  <a:pt x="79564" y="95250"/>
                </a:cubicBezTo>
                <a:lnTo>
                  <a:pt x="53697" y="95250"/>
                </a:lnTo>
                <a:cubicBezTo>
                  <a:pt x="49947" y="95250"/>
                  <a:pt x="46286" y="95667"/>
                  <a:pt x="42773" y="96470"/>
                </a:cubicBezTo>
                <a:close/>
                <a:moveTo>
                  <a:pt x="63550" y="133350"/>
                </a:moveTo>
                <a:lnTo>
                  <a:pt x="74265" y="152400"/>
                </a:lnTo>
                <a:lnTo>
                  <a:pt x="80962" y="152400"/>
                </a:lnTo>
                <a:cubicBezTo>
                  <a:pt x="86231" y="152400"/>
                  <a:pt x="90488" y="148144"/>
                  <a:pt x="90488" y="142875"/>
                </a:cubicBezTo>
                <a:cubicBezTo>
                  <a:pt x="90488" y="137606"/>
                  <a:pt x="86231" y="133350"/>
                  <a:pt x="80962" y="133350"/>
                </a:cubicBezTo>
                <a:lnTo>
                  <a:pt x="63550" y="1333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2133600"/>
            <a:ext cx="430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2362200"/>
            <a:ext cx="429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Seeking consultations, prescriptions, medications, and diagnostic 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2781300"/>
            <a:ext cx="5762625" cy="647700"/>
          </a:xfrm>
          <a:custGeom>
            <a:avLst/>
            <a:gdLst/>
            <a:ahLst/>
            <a:cxnLst/>
            <a:rect l="l" t="t" r="r" b="b"/>
            <a:pathLst>
              <a:path w="5762625" h="647700">
                <a:moveTo>
                  <a:pt x="76202" y="0"/>
                </a:moveTo>
                <a:lnTo>
                  <a:pt x="5686423" y="0"/>
                </a:lnTo>
                <a:cubicBezTo>
                  <a:pt x="5728508" y="0"/>
                  <a:pt x="5762625" y="34117"/>
                  <a:pt x="5762625" y="76202"/>
                </a:cubicBezTo>
                <a:lnTo>
                  <a:pt x="5762625" y="571498"/>
                </a:lnTo>
                <a:cubicBezTo>
                  <a:pt x="5762625" y="613583"/>
                  <a:pt x="5728508" y="647700"/>
                  <a:pt x="56864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900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847725" y="3009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2381"/>
                </a:move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lose/>
                <a:moveTo>
                  <a:pt x="84534" y="95488"/>
                </a:moveTo>
                <a:cubicBezTo>
                  <a:pt x="82927" y="95339"/>
                  <a:pt x="81260" y="95250"/>
                  <a:pt x="79593" y="95250"/>
                </a:cubicBezTo>
                <a:lnTo>
                  <a:pt x="53727" y="95250"/>
                </a:lnTo>
                <a:cubicBezTo>
                  <a:pt x="52060" y="95250"/>
                  <a:pt x="50423" y="95339"/>
                  <a:pt x="48786" y="95488"/>
                </a:cubicBezTo>
                <a:lnTo>
                  <a:pt x="48786" y="115580"/>
                </a:lnTo>
                <a:cubicBezTo>
                  <a:pt x="53697" y="117842"/>
                  <a:pt x="57120" y="122813"/>
                  <a:pt x="57120" y="128558"/>
                </a:cubicBezTo>
                <a:cubicBezTo>
                  <a:pt x="57120" y="136446"/>
                  <a:pt x="50721" y="142845"/>
                  <a:pt x="42833" y="142845"/>
                </a:cubicBezTo>
                <a:cubicBezTo>
                  <a:pt x="34945" y="142845"/>
                  <a:pt x="28545" y="136446"/>
                  <a:pt x="28545" y="128558"/>
                </a:cubicBezTo>
                <a:cubicBezTo>
                  <a:pt x="28545" y="122783"/>
                  <a:pt x="31968" y="117812"/>
                  <a:pt x="36880" y="115580"/>
                </a:cubicBezTo>
                <a:lnTo>
                  <a:pt x="36880" y="98197"/>
                </a:lnTo>
                <a:cubicBezTo>
                  <a:pt x="18157" y="105073"/>
                  <a:pt x="4763" y="123111"/>
                  <a:pt x="4763" y="144244"/>
                </a:cubicBezTo>
                <a:cubicBezTo>
                  <a:pt x="4763" y="148739"/>
                  <a:pt x="8424" y="152400"/>
                  <a:pt x="12918" y="152400"/>
                </a:cubicBezTo>
                <a:lnTo>
                  <a:pt x="120402" y="152400"/>
                </a:lnTo>
                <a:cubicBezTo>
                  <a:pt x="124897" y="152400"/>
                  <a:pt x="128558" y="148739"/>
                  <a:pt x="128558" y="144244"/>
                </a:cubicBezTo>
                <a:cubicBezTo>
                  <a:pt x="128558" y="123111"/>
                  <a:pt x="115163" y="105102"/>
                  <a:pt x="96411" y="98227"/>
                </a:cubicBezTo>
                <a:lnTo>
                  <a:pt x="96411" y="109359"/>
                </a:lnTo>
                <a:cubicBezTo>
                  <a:pt x="103346" y="111800"/>
                  <a:pt x="108317" y="118437"/>
                  <a:pt x="108317" y="126206"/>
                </a:cubicBezTo>
                <a:lnTo>
                  <a:pt x="108317" y="135731"/>
                </a:lnTo>
                <a:cubicBezTo>
                  <a:pt x="108317" y="139005"/>
                  <a:pt x="105638" y="141684"/>
                  <a:pt x="102364" y="141684"/>
                </a:cubicBezTo>
                <a:cubicBezTo>
                  <a:pt x="99090" y="141684"/>
                  <a:pt x="96411" y="139005"/>
                  <a:pt x="96411" y="135731"/>
                </a:cubicBezTo>
                <a:lnTo>
                  <a:pt x="96411" y="126206"/>
                </a:lnTo>
                <a:cubicBezTo>
                  <a:pt x="96411" y="122932"/>
                  <a:pt x="93732" y="120253"/>
                  <a:pt x="90458" y="120253"/>
                </a:cubicBezTo>
                <a:cubicBezTo>
                  <a:pt x="87184" y="120253"/>
                  <a:pt x="84505" y="122932"/>
                  <a:pt x="84505" y="126206"/>
                </a:cubicBezTo>
                <a:lnTo>
                  <a:pt x="84505" y="135731"/>
                </a:lnTo>
                <a:cubicBezTo>
                  <a:pt x="84505" y="139005"/>
                  <a:pt x="81826" y="141684"/>
                  <a:pt x="78551" y="141684"/>
                </a:cubicBezTo>
                <a:cubicBezTo>
                  <a:pt x="75277" y="141684"/>
                  <a:pt x="72598" y="139005"/>
                  <a:pt x="72598" y="135731"/>
                </a:cubicBezTo>
                <a:lnTo>
                  <a:pt x="72598" y="126206"/>
                </a:lnTo>
                <a:cubicBezTo>
                  <a:pt x="72598" y="118437"/>
                  <a:pt x="77569" y="111829"/>
                  <a:pt x="84505" y="109359"/>
                </a:cubicBezTo>
                <a:lnTo>
                  <a:pt x="84505" y="954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2895600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9200" y="3124200"/>
            <a:ext cx="413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Licensed practitioners providing virtual consultations and prescriptions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3543300"/>
            <a:ext cx="5762625" cy="647700"/>
          </a:xfrm>
          <a:custGeom>
            <a:avLst/>
            <a:gdLst/>
            <a:ahLst/>
            <a:cxnLst/>
            <a:rect l="l" t="t" r="r" b="b"/>
            <a:pathLst>
              <a:path w="5762625" h="647700">
                <a:moveTo>
                  <a:pt x="76202" y="0"/>
                </a:moveTo>
                <a:lnTo>
                  <a:pt x="5686423" y="0"/>
                </a:lnTo>
                <a:cubicBezTo>
                  <a:pt x="5728508" y="0"/>
                  <a:pt x="5762625" y="34117"/>
                  <a:pt x="5762625" y="76202"/>
                </a:cubicBezTo>
                <a:lnTo>
                  <a:pt x="5762625" y="571498"/>
                </a:lnTo>
                <a:cubicBezTo>
                  <a:pt x="5762625" y="613583"/>
                  <a:pt x="5728508" y="647700"/>
                  <a:pt x="56864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23900" y="3657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8675" y="37719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3657600"/>
            <a:ext cx="448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9200" y="3886200"/>
            <a:ext cx="447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managers overseeing operations, compliance, and user management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5219821"/>
            <a:ext cx="6162675" cy="1257300"/>
          </a:xfrm>
          <a:custGeom>
            <a:avLst/>
            <a:gdLst/>
            <a:ahLst/>
            <a:cxnLst/>
            <a:rect l="l" t="t" r="r" b="b"/>
            <a:pathLst>
              <a:path w="6162675" h="1257300">
                <a:moveTo>
                  <a:pt x="38100" y="0"/>
                </a:moveTo>
                <a:lnTo>
                  <a:pt x="6048374" y="0"/>
                </a:lnTo>
                <a:cubicBezTo>
                  <a:pt x="6111458" y="0"/>
                  <a:pt x="6162675" y="51217"/>
                  <a:pt x="6162675" y="114301"/>
                </a:cubicBezTo>
                <a:lnTo>
                  <a:pt x="6162675" y="1142999"/>
                </a:lnTo>
                <a:cubicBezTo>
                  <a:pt x="6162675" y="1206083"/>
                  <a:pt x="6111458" y="1257300"/>
                  <a:pt x="6048374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0050" y="5219821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506" y="544842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47725" y="5410321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 Stakeholders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9600" y="5791321"/>
            <a:ext cx="2828925" cy="495300"/>
          </a:xfrm>
          <a:custGeom>
            <a:avLst/>
            <a:gdLst/>
            <a:ahLst/>
            <a:cxnLst/>
            <a:rect l="l" t="t" r="r" b="b"/>
            <a:pathLst>
              <a:path w="2828925" h="495300">
                <a:moveTo>
                  <a:pt x="76202" y="0"/>
                </a:moveTo>
                <a:lnTo>
                  <a:pt x="2752723" y="0"/>
                </a:lnTo>
                <a:cubicBezTo>
                  <a:pt x="2794808" y="0"/>
                  <a:pt x="2828925" y="34117"/>
                  <a:pt x="2828925" y="76202"/>
                </a:cubicBezTo>
                <a:lnTo>
                  <a:pt x="2828925" y="419098"/>
                </a:lnTo>
                <a:cubicBezTo>
                  <a:pt x="2828925" y="461183"/>
                  <a:pt x="2794808" y="495300"/>
                  <a:pt x="27527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704850" y="5962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38100"/>
                </a:moveTo>
                <a:lnTo>
                  <a:pt x="0" y="47625"/>
                </a:lnTo>
                <a:lnTo>
                  <a:pt x="152400" y="47625"/>
                </a:ln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close/>
                <a:moveTo>
                  <a:pt x="0" y="61912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61912"/>
                </a:lnTo>
                <a:lnTo>
                  <a:pt x="0" y="61912"/>
                </a:lnTo>
                <a:close/>
                <a:moveTo>
                  <a:pt x="19050" y="107156"/>
                </a:moveTo>
                <a:cubicBezTo>
                  <a:pt x="19050" y="103197"/>
                  <a:pt x="22235" y="100013"/>
                  <a:pt x="26194" y="100013"/>
                </a:cubicBezTo>
                <a:lnTo>
                  <a:pt x="40481" y="100013"/>
                </a:lnTo>
                <a:cubicBezTo>
                  <a:pt x="44440" y="100013"/>
                  <a:pt x="47625" y="103197"/>
                  <a:pt x="47625" y="107156"/>
                </a:cubicBezTo>
                <a:cubicBezTo>
                  <a:pt x="47625" y="111115"/>
                  <a:pt x="44440" y="114300"/>
                  <a:pt x="40481" y="114300"/>
                </a:cubicBezTo>
                <a:lnTo>
                  <a:pt x="26194" y="114300"/>
                </a:lnTo>
                <a:cubicBezTo>
                  <a:pt x="22235" y="114300"/>
                  <a:pt x="19050" y="111115"/>
                  <a:pt x="19050" y="107156"/>
                </a:cubicBezTo>
                <a:close/>
                <a:moveTo>
                  <a:pt x="61912" y="107156"/>
                </a:moveTo>
                <a:cubicBezTo>
                  <a:pt x="61912" y="103197"/>
                  <a:pt x="65097" y="100013"/>
                  <a:pt x="69056" y="100013"/>
                </a:cubicBez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9056" y="114300"/>
                </a:lnTo>
                <a:cubicBezTo>
                  <a:pt x="65097" y="114300"/>
                  <a:pt x="61912" y="111115"/>
                  <a:pt x="61912" y="10715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5867521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Gateways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2500" y="6058021"/>
            <a:ext cx="1666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Third-party payment processors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48063" y="5791321"/>
            <a:ext cx="2828925" cy="495300"/>
          </a:xfrm>
          <a:custGeom>
            <a:avLst/>
            <a:gdLst/>
            <a:ahLst/>
            <a:cxnLst/>
            <a:rect l="l" t="t" r="r" b="b"/>
            <a:pathLst>
              <a:path w="2828925" h="495300">
                <a:moveTo>
                  <a:pt x="76202" y="0"/>
                </a:moveTo>
                <a:lnTo>
                  <a:pt x="2752723" y="0"/>
                </a:lnTo>
                <a:cubicBezTo>
                  <a:pt x="2794808" y="0"/>
                  <a:pt x="2828925" y="34117"/>
                  <a:pt x="2828925" y="76202"/>
                </a:cubicBezTo>
                <a:lnTo>
                  <a:pt x="2828925" y="419098"/>
                </a:lnTo>
                <a:cubicBezTo>
                  <a:pt x="2828925" y="461183"/>
                  <a:pt x="2794808" y="495300"/>
                  <a:pt x="27527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3624263" y="59626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890962" y="5867521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Regulatory Authorities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90962" y="6058021"/>
            <a:ext cx="1952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and pharmaceutical bodies</a:t>
            </a:r>
            <a:endParaRPr lang="en-US" sz="1600" dirty="0"/>
          </a:p>
        </p:txBody>
      </p:sp>
      <p:pic>
        <p:nvPicPr>
          <p:cNvPr id="36" name="Image 0" descr="https://kimi-web-img.moonshot.cn/img/www.afmc.org/474c986baaf5bc76f8c59fa03aa70ae8a075bd1b.png">    </p:cNvPr>
          <p:cNvPicPr>
            <a:picLocks noChangeAspect="1"/>
          </p:cNvPicPr>
          <p:nvPr/>
        </p:nvPicPr>
        <p:blipFill>
          <a:blip r:embed="rId1"/>
          <a:srcRect l="16729" r="16729" t="0" b="0"/>
          <a:stretch/>
        </p:blipFill>
        <p:spPr>
          <a:xfrm>
            <a:off x="6753225" y="1409700"/>
            <a:ext cx="5057775" cy="5067300"/>
          </a:xfrm>
          <a:prstGeom prst="roundRect">
            <a:avLst>
              <a:gd name="adj" fmla="val 226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capabilities our system must support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90650"/>
            <a:ext cx="2771775" cy="2590800"/>
          </a:xfrm>
          <a:custGeom>
            <a:avLst/>
            <a:gdLst/>
            <a:ahLst/>
            <a:cxnLst/>
            <a:rect l="l" t="t" r="r" b="b"/>
            <a:pathLst>
              <a:path w="2771775" h="25908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476494"/>
                </a:lnTo>
                <a:cubicBezTo>
                  <a:pt x="2771775" y="2539623"/>
                  <a:pt x="2720598" y="2590800"/>
                  <a:pt x="2657469" y="2590800"/>
                </a:cubicBezTo>
                <a:lnTo>
                  <a:pt x="114306" y="2590800"/>
                </a:lnTo>
                <a:cubicBezTo>
                  <a:pt x="51177" y="2590800"/>
                  <a:pt x="0" y="2539623"/>
                  <a:pt x="0" y="24764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906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492919" y="16668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182166" y="32147"/>
                </a:moveTo>
                <a:cubicBezTo>
                  <a:pt x="186619" y="32147"/>
                  <a:pt x="190202" y="35730"/>
                  <a:pt x="190202" y="40184"/>
                </a:cubicBezTo>
                <a:lnTo>
                  <a:pt x="190202" y="56257"/>
                </a:lnTo>
                <a:lnTo>
                  <a:pt x="206276" y="56257"/>
                </a:lnTo>
                <a:cubicBezTo>
                  <a:pt x="210729" y="56257"/>
                  <a:pt x="214313" y="59840"/>
                  <a:pt x="214313" y="64294"/>
                </a:cubicBezTo>
                <a:cubicBezTo>
                  <a:pt x="214313" y="68747"/>
                  <a:pt x="210729" y="72330"/>
                  <a:pt x="206276" y="72330"/>
                </a:cubicBezTo>
                <a:lnTo>
                  <a:pt x="190202" y="72330"/>
                </a:lnTo>
                <a:lnTo>
                  <a:pt x="190202" y="88404"/>
                </a:lnTo>
                <a:cubicBezTo>
                  <a:pt x="190202" y="92858"/>
                  <a:pt x="186619" y="96441"/>
                  <a:pt x="182166" y="96441"/>
                </a:cubicBezTo>
                <a:cubicBezTo>
                  <a:pt x="177712" y="96441"/>
                  <a:pt x="174129" y="92858"/>
                  <a:pt x="174129" y="88404"/>
                </a:cubicBezTo>
                <a:lnTo>
                  <a:pt x="174129" y="72330"/>
                </a:lnTo>
                <a:lnTo>
                  <a:pt x="158055" y="72330"/>
                </a:lnTo>
                <a:cubicBezTo>
                  <a:pt x="153602" y="72330"/>
                  <a:pt x="150019" y="68747"/>
                  <a:pt x="150019" y="64294"/>
                </a:cubicBezTo>
                <a:cubicBezTo>
                  <a:pt x="150019" y="59840"/>
                  <a:pt x="153602" y="56257"/>
                  <a:pt x="158055" y="56257"/>
                </a:cubicBezTo>
                <a:lnTo>
                  <a:pt x="174129" y="56257"/>
                </a:lnTo>
                <a:lnTo>
                  <a:pt x="174129" y="40184"/>
                </a:lnTo>
                <a:cubicBezTo>
                  <a:pt x="174129" y="35730"/>
                  <a:pt x="177712" y="32147"/>
                  <a:pt x="182166" y="3214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9978" y="1524000"/>
            <a:ext cx="2333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Registration &amp; Authentication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6731" y="20764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76275" y="20574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Email/phone registration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6731" y="2305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76275" y="228600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login with MFA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6731" y="25336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76275" y="251460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credential verification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7075" y="1390650"/>
            <a:ext cx="2771775" cy="2590800"/>
          </a:xfrm>
          <a:custGeom>
            <a:avLst/>
            <a:gdLst/>
            <a:ahLst/>
            <a:cxnLst/>
            <a:rect l="l" t="t" r="r" b="b"/>
            <a:pathLst>
              <a:path w="2771775" h="25908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476494"/>
                </a:lnTo>
                <a:cubicBezTo>
                  <a:pt x="2771775" y="2539623"/>
                  <a:pt x="2720598" y="2590800"/>
                  <a:pt x="2657469" y="2590800"/>
                </a:cubicBezTo>
                <a:lnTo>
                  <a:pt x="114306" y="2590800"/>
                </a:lnTo>
                <a:cubicBezTo>
                  <a:pt x="51177" y="2590800"/>
                  <a:pt x="0" y="2539623"/>
                  <a:pt x="0" y="24764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7075" y="13906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15903" y="15525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103272" y="76583"/>
                </a:moveTo>
                <a:cubicBezTo>
                  <a:pt x="105616" y="72833"/>
                  <a:pt x="104477" y="67877"/>
                  <a:pt x="100727" y="65499"/>
                </a:cubicBezTo>
                <a:cubicBezTo>
                  <a:pt x="96976" y="63122"/>
                  <a:pt x="92020" y="64294"/>
                  <a:pt x="89643" y="68044"/>
                </a:cubicBezTo>
                <a:lnTo>
                  <a:pt x="69082" y="100961"/>
                </a:lnTo>
                <a:lnTo>
                  <a:pt x="60041" y="88906"/>
                </a:lnTo>
                <a:cubicBezTo>
                  <a:pt x="57362" y="85357"/>
                  <a:pt x="52339" y="84620"/>
                  <a:pt x="48790" y="87299"/>
                </a:cubicBezTo>
                <a:cubicBezTo>
                  <a:pt x="45240" y="89978"/>
                  <a:pt x="44503" y="95001"/>
                  <a:pt x="47182" y="98550"/>
                </a:cubicBezTo>
                <a:lnTo>
                  <a:pt x="63256" y="119982"/>
                </a:lnTo>
                <a:cubicBezTo>
                  <a:pt x="64830" y="122091"/>
                  <a:pt x="67374" y="123297"/>
                  <a:pt x="70020" y="123196"/>
                </a:cubicBezTo>
                <a:cubicBezTo>
                  <a:pt x="72665" y="123096"/>
                  <a:pt x="75076" y="121689"/>
                  <a:pt x="76483" y="119412"/>
                </a:cubicBezTo>
                <a:lnTo>
                  <a:pt x="103272" y="7655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671888" y="152400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Appointment Management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02806" y="18478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562350" y="18288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search by specialty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02806" y="20764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562350" y="20574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available time slots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02806" y="2305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562350" y="22860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Reschedule &amp; cancel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53150" y="1390650"/>
            <a:ext cx="2771775" cy="2590800"/>
          </a:xfrm>
          <a:custGeom>
            <a:avLst/>
            <a:gdLst/>
            <a:ahLst/>
            <a:cxnLst/>
            <a:rect l="l" t="t" r="r" b="b"/>
            <a:pathLst>
              <a:path w="2771775" h="25908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476494"/>
                </a:lnTo>
                <a:cubicBezTo>
                  <a:pt x="2771775" y="2539623"/>
                  <a:pt x="2720598" y="2590800"/>
                  <a:pt x="2657469" y="2590800"/>
                </a:cubicBezTo>
                <a:lnTo>
                  <a:pt x="114306" y="2590800"/>
                </a:lnTo>
                <a:cubicBezTo>
                  <a:pt x="51177" y="2590800"/>
                  <a:pt x="0" y="2539623"/>
                  <a:pt x="0" y="24764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3150" y="13906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6280547" y="15525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557963" y="15240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Consultation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88881" y="18478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48425" y="182880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Video, audio, chat support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88881" y="20764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48425" y="20574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history access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88881" y="2305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448425" y="22860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sharing capability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39225" y="1390650"/>
            <a:ext cx="2771775" cy="2590800"/>
          </a:xfrm>
          <a:custGeom>
            <a:avLst/>
            <a:gdLst/>
            <a:ahLst/>
            <a:cxnLst/>
            <a:rect l="l" t="t" r="r" b="b"/>
            <a:pathLst>
              <a:path w="2771775" h="25908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476494"/>
                </a:lnTo>
                <a:cubicBezTo>
                  <a:pt x="2771775" y="2539623"/>
                  <a:pt x="2720598" y="2590800"/>
                  <a:pt x="2657469" y="2590800"/>
                </a:cubicBezTo>
                <a:lnTo>
                  <a:pt x="114306" y="2590800"/>
                </a:lnTo>
                <a:cubicBezTo>
                  <a:pt x="51177" y="2590800"/>
                  <a:pt x="0" y="2539623"/>
                  <a:pt x="0" y="24764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039225" y="13906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9198769" y="15525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9468" y="64294"/>
                </a:moveTo>
                <a:cubicBezTo>
                  <a:pt x="25014" y="64294"/>
                  <a:pt x="21431" y="67877"/>
                  <a:pt x="21431" y="72330"/>
                </a:cubicBezTo>
                <a:lnTo>
                  <a:pt x="21431" y="120551"/>
                </a:lnTo>
                <a:cubicBezTo>
                  <a:pt x="21431" y="125004"/>
                  <a:pt x="25014" y="128588"/>
                  <a:pt x="29468" y="128588"/>
                </a:cubicBezTo>
                <a:cubicBezTo>
                  <a:pt x="33922" y="128588"/>
                  <a:pt x="37505" y="125004"/>
                  <a:pt x="37505" y="120551"/>
                </a:cubicBezTo>
                <a:lnTo>
                  <a:pt x="37505" y="107156"/>
                </a:lnTo>
                <a:lnTo>
                  <a:pt x="45039" y="107156"/>
                </a:lnTo>
                <a:lnTo>
                  <a:pt x="64595" y="125574"/>
                </a:lnTo>
                <a:lnTo>
                  <a:pt x="53411" y="136155"/>
                </a:lnTo>
                <a:cubicBezTo>
                  <a:pt x="50196" y="139203"/>
                  <a:pt x="50029" y="144293"/>
                  <a:pt x="53109" y="147507"/>
                </a:cubicBezTo>
                <a:cubicBezTo>
                  <a:pt x="56190" y="150722"/>
                  <a:pt x="61246" y="150889"/>
                  <a:pt x="64461" y="147809"/>
                </a:cubicBezTo>
                <a:lnTo>
                  <a:pt x="76315" y="136591"/>
                </a:lnTo>
                <a:lnTo>
                  <a:pt x="88236" y="147809"/>
                </a:lnTo>
                <a:cubicBezTo>
                  <a:pt x="91485" y="150856"/>
                  <a:pt x="96541" y="150688"/>
                  <a:pt x="99588" y="147474"/>
                </a:cubicBezTo>
                <a:cubicBezTo>
                  <a:pt x="102636" y="144259"/>
                  <a:pt x="102468" y="139169"/>
                  <a:pt x="99253" y="136122"/>
                </a:cubicBezTo>
                <a:lnTo>
                  <a:pt x="88002" y="125540"/>
                </a:lnTo>
                <a:lnTo>
                  <a:pt x="99253" y="114892"/>
                </a:lnTo>
                <a:cubicBezTo>
                  <a:pt x="102468" y="111844"/>
                  <a:pt x="102636" y="106754"/>
                  <a:pt x="99555" y="103540"/>
                </a:cubicBezTo>
                <a:cubicBezTo>
                  <a:pt x="96474" y="100325"/>
                  <a:pt x="91418" y="100158"/>
                  <a:pt x="88203" y="103238"/>
                </a:cubicBezTo>
                <a:lnTo>
                  <a:pt x="76248" y="114523"/>
                </a:lnTo>
                <a:lnTo>
                  <a:pt x="62552" y="101631"/>
                </a:lnTo>
                <a:cubicBezTo>
                  <a:pt x="66872" y="97713"/>
                  <a:pt x="69618" y="92054"/>
                  <a:pt x="69618" y="85725"/>
                </a:cubicBezTo>
                <a:cubicBezTo>
                  <a:pt x="69618" y="73904"/>
                  <a:pt x="60008" y="64294"/>
                  <a:pt x="48187" y="64294"/>
                </a:cubicBezTo>
                <a:lnTo>
                  <a:pt x="29434" y="64294"/>
                </a:lnTo>
                <a:close/>
                <a:moveTo>
                  <a:pt x="40184" y="91083"/>
                </a:moveTo>
                <a:lnTo>
                  <a:pt x="37505" y="91083"/>
                </a:lnTo>
                <a:lnTo>
                  <a:pt x="37505" y="80367"/>
                </a:lnTo>
                <a:lnTo>
                  <a:pt x="48220" y="80367"/>
                </a:lnTo>
                <a:cubicBezTo>
                  <a:pt x="51167" y="80367"/>
                  <a:pt x="53578" y="82778"/>
                  <a:pt x="53578" y="85725"/>
                </a:cubicBezTo>
                <a:cubicBezTo>
                  <a:pt x="53578" y="88672"/>
                  <a:pt x="51167" y="91083"/>
                  <a:pt x="48220" y="91083"/>
                </a:cubicBezTo>
                <a:lnTo>
                  <a:pt x="40184" y="9108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9444038" y="15240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 Management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174956" y="18478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9334500" y="182880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prescription creation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74956" y="20764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9334500" y="20574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Medication details tracking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174956" y="2305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9334500" y="22860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signature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1000" y="4114800"/>
            <a:ext cx="2771775" cy="2362200"/>
          </a:xfrm>
          <a:custGeom>
            <a:avLst/>
            <a:gdLst/>
            <a:ahLst/>
            <a:cxnLst/>
            <a:rect l="l" t="t" r="r" b="b"/>
            <a:pathLst>
              <a:path w="2771775" h="23622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247893"/>
                </a:lnTo>
                <a:cubicBezTo>
                  <a:pt x="2771775" y="2310981"/>
                  <a:pt x="2720556" y="2362200"/>
                  <a:pt x="2657468" y="2362200"/>
                </a:cubicBezTo>
                <a:lnTo>
                  <a:pt x="114307" y="2362200"/>
                </a:lnTo>
                <a:cubicBezTo>
                  <a:pt x="51219" y="2362200"/>
                  <a:pt x="0" y="2310981"/>
                  <a:pt x="0" y="224789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81000" y="41148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7" name="Shape 45"/>
          <p:cNvSpPr/>
          <p:nvPr/>
        </p:nvSpPr>
        <p:spPr>
          <a:xfrm>
            <a:off x="519113" y="4276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42863"/>
                </a:moveTo>
                <a:lnTo>
                  <a:pt x="0" y="53578"/>
                </a:lnTo>
                <a:lnTo>
                  <a:pt x="171450" y="53578"/>
                </a:lnTo>
                <a:lnTo>
                  <a:pt x="171450" y="42863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close/>
                <a:moveTo>
                  <a:pt x="0" y="69652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9652"/>
                </a:lnTo>
                <a:lnTo>
                  <a:pt x="0" y="69652"/>
                </a:lnTo>
                <a:close/>
                <a:moveTo>
                  <a:pt x="21431" y="120551"/>
                </a:moveTo>
                <a:cubicBezTo>
                  <a:pt x="21431" y="116097"/>
                  <a:pt x="25014" y="112514"/>
                  <a:pt x="29468" y="112514"/>
                </a:cubicBezTo>
                <a:lnTo>
                  <a:pt x="45541" y="112514"/>
                </a:lnTo>
                <a:cubicBezTo>
                  <a:pt x="49995" y="112514"/>
                  <a:pt x="53578" y="116097"/>
                  <a:pt x="53578" y="120551"/>
                </a:cubicBezTo>
                <a:cubicBezTo>
                  <a:pt x="53578" y="125004"/>
                  <a:pt x="49995" y="128588"/>
                  <a:pt x="45541" y="128588"/>
                </a:cubicBezTo>
                <a:lnTo>
                  <a:pt x="29468" y="128588"/>
                </a:lnTo>
                <a:cubicBezTo>
                  <a:pt x="25014" y="128588"/>
                  <a:pt x="21431" y="125004"/>
                  <a:pt x="21431" y="120551"/>
                </a:cubicBezTo>
                <a:close/>
                <a:moveTo>
                  <a:pt x="69652" y="120551"/>
                </a:moveTo>
                <a:cubicBezTo>
                  <a:pt x="69652" y="116097"/>
                  <a:pt x="73235" y="112514"/>
                  <a:pt x="77688" y="112514"/>
                </a:cubicBez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7688" y="128588"/>
                </a:lnTo>
                <a:cubicBezTo>
                  <a:pt x="73235" y="128588"/>
                  <a:pt x="69652" y="125004"/>
                  <a:pt x="69652" y="120551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785813" y="42481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&amp; Billing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6731" y="4572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676275" y="45529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Invoice generation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16731" y="48006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676275" y="47815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payment methods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6731" y="5029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676275" y="501015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Receipt &amp; refund management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67075" y="4114800"/>
            <a:ext cx="2771775" cy="2362200"/>
          </a:xfrm>
          <a:custGeom>
            <a:avLst/>
            <a:gdLst/>
            <a:ahLst/>
            <a:cxnLst/>
            <a:rect l="l" t="t" r="r" b="b"/>
            <a:pathLst>
              <a:path w="2771775" h="23622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247893"/>
                </a:lnTo>
                <a:cubicBezTo>
                  <a:pt x="2771775" y="2310981"/>
                  <a:pt x="2720556" y="2362200"/>
                  <a:pt x="2657468" y="2362200"/>
                </a:cubicBezTo>
                <a:lnTo>
                  <a:pt x="114307" y="2362200"/>
                </a:lnTo>
                <a:cubicBezTo>
                  <a:pt x="51219" y="2362200"/>
                  <a:pt x="0" y="2310981"/>
                  <a:pt x="0" y="224789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67075" y="41148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7" name="Shape 55"/>
          <p:cNvSpPr/>
          <p:nvPr/>
        </p:nvSpPr>
        <p:spPr>
          <a:xfrm>
            <a:off x="3405188" y="4276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3671888" y="424815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Records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402806" y="4572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3562350" y="455295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health records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402806" y="48006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2" name="Text 60"/>
          <p:cNvSpPr/>
          <p:nvPr/>
        </p:nvSpPr>
        <p:spPr>
          <a:xfrm>
            <a:off x="3562350" y="4781550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uploads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402806" y="5029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3562350" y="501015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53150" y="4114800"/>
            <a:ext cx="2771775" cy="2362200"/>
          </a:xfrm>
          <a:custGeom>
            <a:avLst/>
            <a:gdLst/>
            <a:ahLst/>
            <a:cxnLst/>
            <a:rect l="l" t="t" r="r" b="b"/>
            <a:pathLst>
              <a:path w="2771775" h="23622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247893"/>
                </a:lnTo>
                <a:cubicBezTo>
                  <a:pt x="2771775" y="2310981"/>
                  <a:pt x="2720556" y="2362200"/>
                  <a:pt x="2657468" y="2362200"/>
                </a:cubicBezTo>
                <a:lnTo>
                  <a:pt x="114307" y="2362200"/>
                </a:lnTo>
                <a:cubicBezTo>
                  <a:pt x="51219" y="2362200"/>
                  <a:pt x="0" y="2310981"/>
                  <a:pt x="0" y="224789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153150" y="41148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7" name="Shape 65"/>
          <p:cNvSpPr/>
          <p:nvPr/>
        </p:nvSpPr>
        <p:spPr>
          <a:xfrm>
            <a:off x="6301978" y="42767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0"/>
                </a:moveTo>
                <a:cubicBezTo>
                  <a:pt x="69082" y="0"/>
                  <a:pt x="64294" y="4789"/>
                  <a:pt x="64294" y="10716"/>
                </a:cubicBezTo>
                <a:lnTo>
                  <a:pt x="64294" y="11787"/>
                </a:lnTo>
                <a:cubicBezTo>
                  <a:pt x="39849" y="16743"/>
                  <a:pt x="21431" y="38375"/>
                  <a:pt x="21431" y="64294"/>
                </a:cubicBezTo>
                <a:lnTo>
                  <a:pt x="21431" y="71560"/>
                </a:lnTo>
                <a:cubicBezTo>
                  <a:pt x="21431" y="87667"/>
                  <a:pt x="15939" y="103305"/>
                  <a:pt x="5894" y="115896"/>
                </a:cubicBezTo>
                <a:lnTo>
                  <a:pt x="2612" y="119982"/>
                </a:lnTo>
                <a:cubicBezTo>
                  <a:pt x="904" y="122091"/>
                  <a:pt x="0" y="124703"/>
                  <a:pt x="0" y="127415"/>
                </a:cubicBezTo>
                <a:cubicBezTo>
                  <a:pt x="0" y="133979"/>
                  <a:pt x="5324" y="139303"/>
                  <a:pt x="11888" y="139303"/>
                </a:cubicBezTo>
                <a:lnTo>
                  <a:pt x="138098" y="139303"/>
                </a:lnTo>
                <a:cubicBezTo>
                  <a:pt x="144661" y="139303"/>
                  <a:pt x="149985" y="133979"/>
                  <a:pt x="149985" y="127415"/>
                </a:cubicBezTo>
                <a:cubicBezTo>
                  <a:pt x="149985" y="124703"/>
                  <a:pt x="149081" y="122091"/>
                  <a:pt x="147373" y="119982"/>
                </a:cubicBezTo>
                <a:lnTo>
                  <a:pt x="144092" y="115896"/>
                </a:lnTo>
                <a:cubicBezTo>
                  <a:pt x="134079" y="103305"/>
                  <a:pt x="128588" y="87667"/>
                  <a:pt x="128588" y="71560"/>
                </a:cubicBezTo>
                <a:lnTo>
                  <a:pt x="128588" y="64294"/>
                </a:lnTo>
                <a:cubicBezTo>
                  <a:pt x="128588" y="38375"/>
                  <a:pt x="110170" y="16743"/>
                  <a:pt x="85725" y="11787"/>
                </a:cubicBezTo>
                <a:lnTo>
                  <a:pt x="85725" y="10716"/>
                </a:lnTo>
                <a:cubicBezTo>
                  <a:pt x="85725" y="4789"/>
                  <a:pt x="80936" y="0"/>
                  <a:pt x="75009" y="0"/>
                </a:cubicBezTo>
                <a:close/>
                <a:moveTo>
                  <a:pt x="54248" y="155377"/>
                </a:moveTo>
                <a:cubicBezTo>
                  <a:pt x="56625" y="164619"/>
                  <a:pt x="65030" y="171450"/>
                  <a:pt x="75009" y="171450"/>
                </a:cubicBezTo>
                <a:cubicBezTo>
                  <a:pt x="84988" y="171450"/>
                  <a:pt x="93393" y="164619"/>
                  <a:pt x="95771" y="155377"/>
                </a:cubicBezTo>
                <a:lnTo>
                  <a:pt x="54248" y="155377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8" name="Text 66"/>
          <p:cNvSpPr/>
          <p:nvPr/>
        </p:nvSpPr>
        <p:spPr>
          <a:xfrm>
            <a:off x="6557963" y="424815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88881" y="4572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0" name="Text 68"/>
          <p:cNvSpPr/>
          <p:nvPr/>
        </p:nvSpPr>
        <p:spPr>
          <a:xfrm>
            <a:off x="6448425" y="45529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&amp; SMS alerts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88881" y="48006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2" name="Text 70"/>
          <p:cNvSpPr/>
          <p:nvPr/>
        </p:nvSpPr>
        <p:spPr>
          <a:xfrm>
            <a:off x="6448425" y="478155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In-app messaging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288881" y="5029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4" name="Text 72"/>
          <p:cNvSpPr/>
          <p:nvPr/>
        </p:nvSpPr>
        <p:spPr>
          <a:xfrm>
            <a:off x="6448425" y="501015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Appointment reminders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039225" y="4114800"/>
            <a:ext cx="2771775" cy="2362200"/>
          </a:xfrm>
          <a:custGeom>
            <a:avLst/>
            <a:gdLst/>
            <a:ahLst/>
            <a:cxnLst/>
            <a:rect l="l" t="t" r="r" b="b"/>
            <a:pathLst>
              <a:path w="2771775" h="23622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247893"/>
                </a:lnTo>
                <a:cubicBezTo>
                  <a:pt x="2771775" y="2310981"/>
                  <a:pt x="2720556" y="2362200"/>
                  <a:pt x="2657468" y="2362200"/>
                </a:cubicBezTo>
                <a:lnTo>
                  <a:pt x="114307" y="2362200"/>
                </a:lnTo>
                <a:cubicBezTo>
                  <a:pt x="51219" y="2362200"/>
                  <a:pt x="0" y="2310981"/>
                  <a:pt x="0" y="224789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9039225" y="41148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7" name="Shape 75"/>
          <p:cNvSpPr/>
          <p:nvPr/>
        </p:nvSpPr>
        <p:spPr>
          <a:xfrm>
            <a:off x="9155906" y="42767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8" name="Text 76"/>
          <p:cNvSpPr/>
          <p:nvPr/>
        </p:nvSpPr>
        <p:spPr>
          <a:xfrm>
            <a:off x="9444038" y="42481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Administrative Functions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174956" y="4572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0" name="Text 78"/>
          <p:cNvSpPr/>
          <p:nvPr/>
        </p:nvSpPr>
        <p:spPr>
          <a:xfrm>
            <a:off x="9334500" y="45529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verification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174956" y="48006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2" name="Text 80"/>
          <p:cNvSpPr/>
          <p:nvPr/>
        </p:nvSpPr>
        <p:spPr>
          <a:xfrm>
            <a:off x="9334500" y="47815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account management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174956" y="5029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4" name="Text 82"/>
          <p:cNvSpPr/>
          <p:nvPr/>
        </p:nvSpPr>
        <p:spPr>
          <a:xfrm>
            <a:off x="9334500" y="50101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monitoring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Non-Functional Requirements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reliable and efficient healthcare delivery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5600700" cy="5067300"/>
          </a:xfrm>
          <a:custGeom>
            <a:avLst/>
            <a:gdLst/>
            <a:ahLst/>
            <a:cxnLst/>
            <a:rect l="l" t="t" r="r" b="b"/>
            <a:pathLst>
              <a:path w="5600700" h="5067300">
                <a:moveTo>
                  <a:pt x="38100" y="0"/>
                </a:moveTo>
                <a:lnTo>
                  <a:pt x="5486382" y="0"/>
                </a:lnTo>
                <a:cubicBezTo>
                  <a:pt x="5549518" y="0"/>
                  <a:pt x="5600700" y="51182"/>
                  <a:pt x="5600700" y="114318"/>
                </a:cubicBezTo>
                <a:lnTo>
                  <a:pt x="5600700" y="4952982"/>
                </a:lnTo>
                <a:cubicBezTo>
                  <a:pt x="5600700" y="5016118"/>
                  <a:pt x="5549518" y="5067300"/>
                  <a:pt x="5486382" y="5067300"/>
                </a:cubicBezTo>
                <a:lnTo>
                  <a:pt x="38100" y="5067300"/>
                </a:lnTo>
                <a:cubicBezTo>
                  <a:pt x="17072" y="5067300"/>
                  <a:pt x="0" y="5050228"/>
                  <a:pt x="0" y="502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5067300"/>
          </a:xfrm>
          <a:custGeom>
            <a:avLst/>
            <a:gdLst/>
            <a:ahLst/>
            <a:cxnLst/>
            <a:rect l="l" t="t" r="r" b="b"/>
            <a:pathLst>
              <a:path w="38100" h="5067300">
                <a:moveTo>
                  <a:pt x="38100" y="0"/>
                </a:moveTo>
                <a:lnTo>
                  <a:pt x="38100" y="0"/>
                </a:lnTo>
                <a:lnTo>
                  <a:pt x="38100" y="5067300"/>
                </a:lnTo>
                <a:lnTo>
                  <a:pt x="38100" y="5067300"/>
                </a:lnTo>
                <a:cubicBezTo>
                  <a:pt x="17072" y="5067300"/>
                  <a:pt x="0" y="5050228"/>
                  <a:pt x="0" y="502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52463" y="163817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95350" y="1600200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Requirements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057279"/>
            <a:ext cx="5200650" cy="1257300"/>
          </a:xfrm>
          <a:custGeom>
            <a:avLst/>
            <a:gdLst/>
            <a:ahLst/>
            <a:cxnLst/>
            <a:rect l="l" t="t" r="r" b="b"/>
            <a:pathLst>
              <a:path w="5200650" h="1257300">
                <a:moveTo>
                  <a:pt x="76205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181095"/>
                </a:lnTo>
                <a:cubicBezTo>
                  <a:pt x="5200650" y="1223182"/>
                  <a:pt x="5166532" y="1257300"/>
                  <a:pt x="512444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723900" y="220967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71579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2438279"/>
            <a:ext cx="5038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Patients: Personal info, medical history, allergies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Doctors: License, specialization, fees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Admins: Name, email, role, access level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342887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52475" y="35812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43179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Appointment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" y="3809879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Patient/doctor IDs, date/time, consultation type, status, fees, notes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422897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438137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26194" y="57150"/>
                </a:moveTo>
                <a:cubicBezTo>
                  <a:pt x="22235" y="57150"/>
                  <a:pt x="19050" y="60335"/>
                  <a:pt x="19050" y="64294"/>
                </a:cubicBezTo>
                <a:lnTo>
                  <a:pt x="19050" y="107156"/>
                </a:lnTo>
                <a:cubicBezTo>
                  <a:pt x="19050" y="111115"/>
                  <a:pt x="22235" y="114300"/>
                  <a:pt x="26194" y="114300"/>
                </a:cubicBezTo>
                <a:cubicBezTo>
                  <a:pt x="30153" y="114300"/>
                  <a:pt x="33338" y="111115"/>
                  <a:pt x="33338" y="107156"/>
                </a:cubicBezTo>
                <a:lnTo>
                  <a:pt x="33338" y="95250"/>
                </a:lnTo>
                <a:lnTo>
                  <a:pt x="40035" y="95250"/>
                </a:lnTo>
                <a:lnTo>
                  <a:pt x="57418" y="111621"/>
                </a:lnTo>
                <a:lnTo>
                  <a:pt x="47476" y="121027"/>
                </a:lnTo>
                <a:cubicBezTo>
                  <a:pt x="44619" y="123736"/>
                  <a:pt x="44470" y="128260"/>
                  <a:pt x="47208" y="131118"/>
                </a:cubicBezTo>
                <a:cubicBezTo>
                  <a:pt x="49947" y="133975"/>
                  <a:pt x="54441" y="134124"/>
                  <a:pt x="57299" y="131385"/>
                </a:cubicBezTo>
                <a:lnTo>
                  <a:pt x="67836" y="121414"/>
                </a:lnTo>
                <a:lnTo>
                  <a:pt x="78432" y="131385"/>
                </a:lnTo>
                <a:cubicBezTo>
                  <a:pt x="81320" y="134094"/>
                  <a:pt x="85814" y="133945"/>
                  <a:pt x="88523" y="131088"/>
                </a:cubicBezTo>
                <a:cubicBezTo>
                  <a:pt x="91232" y="128230"/>
                  <a:pt x="91083" y="123706"/>
                  <a:pt x="88225" y="120997"/>
                </a:cubicBezTo>
                <a:lnTo>
                  <a:pt x="78224" y="111591"/>
                </a:lnTo>
                <a:lnTo>
                  <a:pt x="88225" y="102126"/>
                </a:lnTo>
                <a:cubicBezTo>
                  <a:pt x="91083" y="99417"/>
                  <a:pt x="91232" y="94893"/>
                  <a:pt x="88493" y="92035"/>
                </a:cubicBezTo>
                <a:cubicBezTo>
                  <a:pt x="85755" y="89178"/>
                  <a:pt x="81260" y="89029"/>
                  <a:pt x="78403" y="91767"/>
                </a:cubicBezTo>
                <a:lnTo>
                  <a:pt x="67776" y="101798"/>
                </a:lnTo>
                <a:lnTo>
                  <a:pt x="55602" y="90339"/>
                </a:lnTo>
                <a:cubicBezTo>
                  <a:pt x="59442" y="86856"/>
                  <a:pt x="61883" y="81826"/>
                  <a:pt x="61883" y="76200"/>
                </a:cubicBezTo>
                <a:cubicBezTo>
                  <a:pt x="61883" y="65693"/>
                  <a:pt x="53340" y="57150"/>
                  <a:pt x="42833" y="57150"/>
                </a:cubicBezTo>
                <a:lnTo>
                  <a:pt x="26164" y="57150"/>
                </a:lnTo>
                <a:close/>
                <a:moveTo>
                  <a:pt x="35719" y="80962"/>
                </a:moveTo>
                <a:lnTo>
                  <a:pt x="33338" y="80962"/>
                </a:lnTo>
                <a:lnTo>
                  <a:pt x="33338" y="71438"/>
                </a:lnTo>
                <a:lnTo>
                  <a:pt x="42863" y="71438"/>
                </a:lnTo>
                <a:cubicBezTo>
                  <a:pt x="45482" y="71438"/>
                  <a:pt x="47625" y="73581"/>
                  <a:pt x="47625" y="76200"/>
                </a:cubicBezTo>
                <a:cubicBezTo>
                  <a:pt x="47625" y="78819"/>
                  <a:pt x="45482" y="80962"/>
                  <a:pt x="42863" y="80962"/>
                </a:cubicBezTo>
                <a:lnTo>
                  <a:pt x="35719" y="80962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43279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Prescription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3900" y="4609979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Prescription ID, medication details, dosage, frequency, digital signature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502907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18147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167" y="655"/>
                </a:moveTo>
                <a:cubicBezTo>
                  <a:pt x="6697" y="-506"/>
                  <a:pt x="9674" y="-89"/>
                  <a:pt x="11787" y="1726"/>
                </a:cubicBezTo>
                <a:lnTo>
                  <a:pt x="23813" y="12025"/>
                </a:lnTo>
                <a:lnTo>
                  <a:pt x="35838" y="1726"/>
                </a:lnTo>
                <a:cubicBezTo>
                  <a:pt x="38517" y="-566"/>
                  <a:pt x="42476" y="-566"/>
                  <a:pt x="45125" y="1726"/>
                </a:cubicBezTo>
                <a:lnTo>
                  <a:pt x="57150" y="12025"/>
                </a:lnTo>
                <a:lnTo>
                  <a:pt x="69175" y="1726"/>
                </a:lnTo>
                <a:cubicBezTo>
                  <a:pt x="71854" y="-566"/>
                  <a:pt x="75783" y="-566"/>
                  <a:pt x="78462" y="1726"/>
                </a:cubicBezTo>
                <a:lnTo>
                  <a:pt x="90488" y="12025"/>
                </a:lnTo>
                <a:lnTo>
                  <a:pt x="102513" y="1726"/>
                </a:lnTo>
                <a:cubicBezTo>
                  <a:pt x="104626" y="-89"/>
                  <a:pt x="107603" y="-506"/>
                  <a:pt x="110133" y="655"/>
                </a:cubicBezTo>
                <a:cubicBezTo>
                  <a:pt x="112663" y="1816"/>
                  <a:pt x="114300" y="4346"/>
                  <a:pt x="114300" y="7144"/>
                </a:cubicBezTo>
                <a:lnTo>
                  <a:pt x="114300" y="145256"/>
                </a:lnTo>
                <a:cubicBezTo>
                  <a:pt x="114300" y="148054"/>
                  <a:pt x="112663" y="150584"/>
                  <a:pt x="110133" y="151745"/>
                </a:cubicBezTo>
                <a:cubicBezTo>
                  <a:pt x="107603" y="152906"/>
                  <a:pt x="104626" y="152489"/>
                  <a:pt x="102513" y="150674"/>
                </a:cubicBezTo>
                <a:lnTo>
                  <a:pt x="90488" y="140375"/>
                </a:lnTo>
                <a:lnTo>
                  <a:pt x="78462" y="150674"/>
                </a:lnTo>
                <a:cubicBezTo>
                  <a:pt x="75783" y="152966"/>
                  <a:pt x="71854" y="152966"/>
                  <a:pt x="69175" y="150674"/>
                </a:cubicBezTo>
                <a:lnTo>
                  <a:pt x="57150" y="140375"/>
                </a:lnTo>
                <a:lnTo>
                  <a:pt x="45125" y="150674"/>
                </a:lnTo>
                <a:cubicBezTo>
                  <a:pt x="42446" y="152966"/>
                  <a:pt x="38487" y="152966"/>
                  <a:pt x="35838" y="150674"/>
                </a:cubicBezTo>
                <a:lnTo>
                  <a:pt x="23813" y="140375"/>
                </a:lnTo>
                <a:lnTo>
                  <a:pt x="11787" y="150674"/>
                </a:lnTo>
                <a:cubicBezTo>
                  <a:pt x="9674" y="152489"/>
                  <a:pt x="6697" y="152906"/>
                  <a:pt x="4167" y="151745"/>
                </a:cubicBezTo>
                <a:cubicBezTo>
                  <a:pt x="1637" y="150584"/>
                  <a:pt x="0" y="148054"/>
                  <a:pt x="0" y="145256"/>
                </a:cubicBezTo>
                <a:lnTo>
                  <a:pt x="0" y="7144"/>
                </a:lnTo>
                <a:cubicBezTo>
                  <a:pt x="0" y="4346"/>
                  <a:pt x="1637" y="1816"/>
                  <a:pt x="4167" y="655"/>
                </a:cubicBezTo>
                <a:close/>
                <a:moveTo>
                  <a:pt x="30956" y="40481"/>
                </a:moveTo>
                <a:cubicBezTo>
                  <a:pt x="26997" y="40481"/>
                  <a:pt x="23813" y="43666"/>
                  <a:pt x="23813" y="47625"/>
                </a:cubicBezTo>
                <a:cubicBezTo>
                  <a:pt x="23813" y="51584"/>
                  <a:pt x="26997" y="54769"/>
                  <a:pt x="30956" y="54769"/>
                </a:cubicBezTo>
                <a:lnTo>
                  <a:pt x="83344" y="54769"/>
                </a:lnTo>
                <a:cubicBezTo>
                  <a:pt x="87303" y="54769"/>
                  <a:pt x="90488" y="51584"/>
                  <a:pt x="90488" y="47625"/>
                </a:cubicBezTo>
                <a:cubicBezTo>
                  <a:pt x="90488" y="43666"/>
                  <a:pt x="87303" y="40481"/>
                  <a:pt x="83344" y="40481"/>
                </a:cubicBezTo>
                <a:lnTo>
                  <a:pt x="30956" y="40481"/>
                </a:lnTo>
                <a:close/>
                <a:moveTo>
                  <a:pt x="23813" y="104775"/>
                </a:moveTo>
                <a:cubicBezTo>
                  <a:pt x="23813" y="108734"/>
                  <a:pt x="26997" y="111919"/>
                  <a:pt x="30956" y="111919"/>
                </a:cubicBezTo>
                <a:lnTo>
                  <a:pt x="83344" y="111919"/>
                </a:lnTo>
                <a:cubicBezTo>
                  <a:pt x="87303" y="111919"/>
                  <a:pt x="90488" y="108734"/>
                  <a:pt x="90488" y="104775"/>
                </a:cubicBezTo>
                <a:cubicBezTo>
                  <a:pt x="90488" y="100816"/>
                  <a:pt x="87303" y="97631"/>
                  <a:pt x="83344" y="97631"/>
                </a:cubicBezTo>
                <a:lnTo>
                  <a:pt x="30956" y="97631"/>
                </a:lnTo>
                <a:cubicBezTo>
                  <a:pt x="26997" y="97631"/>
                  <a:pt x="23813" y="100816"/>
                  <a:pt x="23813" y="104775"/>
                </a:cubicBezTo>
                <a:close/>
                <a:moveTo>
                  <a:pt x="30956" y="69056"/>
                </a:moveTo>
                <a:cubicBezTo>
                  <a:pt x="26997" y="69056"/>
                  <a:pt x="23813" y="72241"/>
                  <a:pt x="23813" y="76200"/>
                </a:cubicBezTo>
                <a:cubicBezTo>
                  <a:pt x="23813" y="80159"/>
                  <a:pt x="26997" y="83344"/>
                  <a:pt x="30956" y="83344"/>
                </a:cubicBezTo>
                <a:lnTo>
                  <a:pt x="83344" y="83344"/>
                </a:lnTo>
                <a:cubicBezTo>
                  <a:pt x="87303" y="83344"/>
                  <a:pt x="90488" y="80159"/>
                  <a:pt x="90488" y="76200"/>
                </a:cubicBezTo>
                <a:cubicBezTo>
                  <a:pt x="90488" y="72241"/>
                  <a:pt x="87303" y="69056"/>
                  <a:pt x="83344" y="69056"/>
                </a:cubicBezTo>
                <a:lnTo>
                  <a:pt x="30956" y="69056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143379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&amp; Health Records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900" y="5410079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details, document uploads, file organization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1409700"/>
            <a:ext cx="5600700" cy="5067300"/>
          </a:xfrm>
          <a:custGeom>
            <a:avLst/>
            <a:gdLst/>
            <a:ahLst/>
            <a:cxnLst/>
            <a:rect l="l" t="t" r="r" b="b"/>
            <a:pathLst>
              <a:path w="5600700" h="5067300">
                <a:moveTo>
                  <a:pt x="38100" y="0"/>
                </a:moveTo>
                <a:lnTo>
                  <a:pt x="5486382" y="0"/>
                </a:lnTo>
                <a:cubicBezTo>
                  <a:pt x="5549518" y="0"/>
                  <a:pt x="5600700" y="51182"/>
                  <a:pt x="5600700" y="114318"/>
                </a:cubicBezTo>
                <a:lnTo>
                  <a:pt x="5600700" y="4952982"/>
                </a:lnTo>
                <a:cubicBezTo>
                  <a:pt x="5600700" y="5016118"/>
                  <a:pt x="5549518" y="5067300"/>
                  <a:pt x="5486382" y="5067300"/>
                </a:cubicBezTo>
                <a:lnTo>
                  <a:pt x="38100" y="5067300"/>
                </a:lnTo>
                <a:cubicBezTo>
                  <a:pt x="17072" y="5067300"/>
                  <a:pt x="0" y="5050228"/>
                  <a:pt x="0" y="502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0300" y="1409700"/>
            <a:ext cx="38100" cy="5067300"/>
          </a:xfrm>
          <a:custGeom>
            <a:avLst/>
            <a:gdLst/>
            <a:ahLst/>
            <a:cxnLst/>
            <a:rect l="l" t="t" r="r" b="b"/>
            <a:pathLst>
              <a:path w="38100" h="5067300">
                <a:moveTo>
                  <a:pt x="38100" y="0"/>
                </a:moveTo>
                <a:lnTo>
                  <a:pt x="38100" y="0"/>
                </a:lnTo>
                <a:lnTo>
                  <a:pt x="38100" y="5067300"/>
                </a:lnTo>
                <a:lnTo>
                  <a:pt x="38100" y="5067300"/>
                </a:lnTo>
                <a:cubicBezTo>
                  <a:pt x="17072" y="5067300"/>
                  <a:pt x="0" y="5050228"/>
                  <a:pt x="0" y="502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19850" y="163817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05600" y="1600200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9850" y="205727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3200" y="22096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232" y="95816"/>
                </a:moveTo>
                <a:cubicBezTo>
                  <a:pt x="55305" y="104150"/>
                  <a:pt x="65127" y="109537"/>
                  <a:pt x="76200" y="109537"/>
                </a:cubicBezTo>
                <a:cubicBezTo>
                  <a:pt x="87273" y="109537"/>
                  <a:pt x="97095" y="104150"/>
                  <a:pt x="103168" y="95816"/>
                </a:cubicBezTo>
                <a:cubicBezTo>
                  <a:pt x="105489" y="92631"/>
                  <a:pt x="109954" y="91916"/>
                  <a:pt x="113139" y="94238"/>
                </a:cubicBezTo>
                <a:cubicBezTo>
                  <a:pt x="116324" y="96560"/>
                  <a:pt x="117038" y="101025"/>
                  <a:pt x="114717" y="104209"/>
                </a:cubicBezTo>
                <a:cubicBezTo>
                  <a:pt x="106055" y="116086"/>
                  <a:pt x="92035" y="123825"/>
                  <a:pt x="76200" y="123825"/>
                </a:cubicBezTo>
                <a:cubicBezTo>
                  <a:pt x="60365" y="123825"/>
                  <a:pt x="46345" y="116086"/>
                  <a:pt x="37683" y="104209"/>
                </a:cubicBezTo>
                <a:cubicBezTo>
                  <a:pt x="35362" y="101025"/>
                  <a:pt x="36076" y="96560"/>
                  <a:pt x="39261" y="94238"/>
                </a:cubicBezTo>
                <a:cubicBezTo>
                  <a:pt x="42446" y="91916"/>
                  <a:pt x="46911" y="92631"/>
                  <a:pt x="49232" y="95816"/>
                </a:cubicBezTo>
                <a:close/>
                <a:moveTo>
                  <a:pt x="42863" y="61912"/>
                </a:moveTo>
                <a:cubicBezTo>
                  <a:pt x="42863" y="56656"/>
                  <a:pt x="47131" y="52388"/>
                  <a:pt x="52388" y="52388"/>
                </a:cubicBezTo>
                <a:cubicBezTo>
                  <a:pt x="57644" y="52388"/>
                  <a:pt x="61912" y="56656"/>
                  <a:pt x="61912" y="61912"/>
                </a:cubicBezTo>
                <a:cubicBezTo>
                  <a:pt x="61912" y="67169"/>
                  <a:pt x="57644" y="71438"/>
                  <a:pt x="52388" y="71438"/>
                </a:cubicBezTo>
                <a:cubicBezTo>
                  <a:pt x="47131" y="71438"/>
                  <a:pt x="42863" y="67169"/>
                  <a:pt x="42863" y="61912"/>
                </a:cubicBezTo>
                <a:close/>
                <a:moveTo>
                  <a:pt x="100013" y="52388"/>
                </a:moveTo>
                <a:cubicBezTo>
                  <a:pt x="105269" y="52388"/>
                  <a:pt x="109537" y="56656"/>
                  <a:pt x="109537" y="61912"/>
                </a:cubicBezTo>
                <a:cubicBezTo>
                  <a:pt x="109537" y="67169"/>
                  <a:pt x="105269" y="71438"/>
                  <a:pt x="100013" y="71438"/>
                </a:cubicBezTo>
                <a:cubicBezTo>
                  <a:pt x="94756" y="71438"/>
                  <a:pt x="90488" y="67169"/>
                  <a:pt x="90488" y="61912"/>
                </a:cubicBezTo>
                <a:cubicBezTo>
                  <a:pt x="90488" y="56656"/>
                  <a:pt x="94756" y="52388"/>
                  <a:pt x="100013" y="5238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724650" y="2171579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34150" y="2438279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use, intuitive interface for all user types and technical skill levels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9850" y="285737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53200" y="30097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724650" y="2971679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Privacy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34150" y="3238379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 sensitive medical data with authentication, authorization, and encryption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9850" y="365747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6553200" y="38098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724650" y="3771779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4150" y="4038479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booking, real-time notifications, quick record access, minimal loading times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850" y="445757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562725" y="46099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0006" y="9525"/>
                </a:moveTo>
                <a:lnTo>
                  <a:pt x="7144" y="9525"/>
                </a:lnTo>
                <a:cubicBezTo>
                  <a:pt x="3185" y="9525"/>
                  <a:pt x="0" y="12710"/>
                  <a:pt x="0" y="16669"/>
                </a:cubicBezTo>
                <a:lnTo>
                  <a:pt x="0" y="59531"/>
                </a:lnTo>
                <a:cubicBezTo>
                  <a:pt x="0" y="62419"/>
                  <a:pt x="1726" y="65038"/>
                  <a:pt x="4405" y="66139"/>
                </a:cubicBezTo>
                <a:cubicBezTo>
                  <a:pt x="7084" y="67241"/>
                  <a:pt x="10150" y="66615"/>
                  <a:pt x="12204" y="64591"/>
                </a:cubicBezTo>
                <a:lnTo>
                  <a:pt x="24110" y="52685"/>
                </a:lnTo>
                <a:lnTo>
                  <a:pt x="47625" y="76200"/>
                </a:lnTo>
                <a:lnTo>
                  <a:pt x="24110" y="99715"/>
                </a:lnTo>
                <a:lnTo>
                  <a:pt x="12204" y="87809"/>
                </a:lnTo>
                <a:cubicBezTo>
                  <a:pt x="10150" y="85755"/>
                  <a:pt x="7084" y="85159"/>
                  <a:pt x="4405" y="86261"/>
                </a:cubicBezTo>
                <a:cubicBezTo>
                  <a:pt x="1726" y="87362"/>
                  <a:pt x="0" y="89981"/>
                  <a:pt x="0" y="92869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lnTo>
                  <a:pt x="50006" y="142875"/>
                </a:lnTo>
                <a:cubicBezTo>
                  <a:pt x="52894" y="142875"/>
                  <a:pt x="55513" y="141149"/>
                  <a:pt x="56614" y="138470"/>
                </a:cubicBezTo>
                <a:cubicBezTo>
                  <a:pt x="57716" y="135791"/>
                  <a:pt x="57120" y="132725"/>
                  <a:pt x="55066" y="130671"/>
                </a:cubicBezTo>
                <a:lnTo>
                  <a:pt x="43160" y="118765"/>
                </a:lnTo>
                <a:lnTo>
                  <a:pt x="66675" y="95250"/>
                </a:lnTo>
                <a:lnTo>
                  <a:pt x="90190" y="118765"/>
                </a:lnTo>
                <a:lnTo>
                  <a:pt x="78284" y="130671"/>
                </a:lnTo>
                <a:cubicBezTo>
                  <a:pt x="76230" y="132725"/>
                  <a:pt x="75634" y="135791"/>
                  <a:pt x="76736" y="138470"/>
                </a:cubicBezTo>
                <a:cubicBezTo>
                  <a:pt x="77837" y="141149"/>
                  <a:pt x="80456" y="142875"/>
                  <a:pt x="83344" y="142875"/>
                </a:cubicBezTo>
                <a:lnTo>
                  <a:pt x="126206" y="142875"/>
                </a:lnTo>
                <a:cubicBezTo>
                  <a:pt x="130165" y="142875"/>
                  <a:pt x="133350" y="139690"/>
                  <a:pt x="133350" y="135731"/>
                </a:cubicBezTo>
                <a:lnTo>
                  <a:pt x="133350" y="92869"/>
                </a:lnTo>
                <a:cubicBezTo>
                  <a:pt x="133350" y="89981"/>
                  <a:pt x="131624" y="87362"/>
                  <a:pt x="128945" y="86261"/>
                </a:cubicBezTo>
                <a:cubicBezTo>
                  <a:pt x="126266" y="85159"/>
                  <a:pt x="123200" y="85755"/>
                  <a:pt x="121146" y="87809"/>
                </a:cubicBezTo>
                <a:lnTo>
                  <a:pt x="109240" y="99715"/>
                </a:lnTo>
                <a:lnTo>
                  <a:pt x="85725" y="76200"/>
                </a:lnTo>
                <a:lnTo>
                  <a:pt x="109240" y="52685"/>
                </a:lnTo>
                <a:lnTo>
                  <a:pt x="121146" y="64591"/>
                </a:lnTo>
                <a:cubicBezTo>
                  <a:pt x="123200" y="66645"/>
                  <a:pt x="126266" y="67241"/>
                  <a:pt x="128945" y="66139"/>
                </a:cubicBezTo>
                <a:cubicBezTo>
                  <a:pt x="131624" y="65038"/>
                  <a:pt x="133350" y="62419"/>
                  <a:pt x="133350" y="595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lnTo>
                  <a:pt x="83344" y="9525"/>
                </a:lnTo>
                <a:cubicBezTo>
                  <a:pt x="80456" y="9525"/>
                  <a:pt x="77837" y="11251"/>
                  <a:pt x="76736" y="13930"/>
                </a:cubicBezTo>
                <a:cubicBezTo>
                  <a:pt x="75634" y="16609"/>
                  <a:pt x="76260" y="19675"/>
                  <a:pt x="78284" y="21729"/>
                </a:cubicBezTo>
                <a:lnTo>
                  <a:pt x="90190" y="33635"/>
                </a:lnTo>
                <a:lnTo>
                  <a:pt x="66675" y="57150"/>
                </a:lnTo>
                <a:lnTo>
                  <a:pt x="43160" y="33635"/>
                </a:lnTo>
                <a:lnTo>
                  <a:pt x="55066" y="21729"/>
                </a:lnTo>
                <a:cubicBezTo>
                  <a:pt x="57120" y="19675"/>
                  <a:pt x="57716" y="16609"/>
                  <a:pt x="56614" y="13930"/>
                </a:cubicBezTo>
                <a:cubicBezTo>
                  <a:pt x="55513" y="11251"/>
                  <a:pt x="52894" y="9525"/>
                  <a:pt x="50006" y="95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724650" y="4571879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Compatibility &amp; Scalability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34150" y="4838579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Multi-platform support, hospital integration, scalable for growing users and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800" y="1981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142875"/>
                </a:moveTo>
                <a:cubicBezTo>
                  <a:pt x="0" y="95548"/>
                  <a:pt x="38398" y="57150"/>
                  <a:pt x="85725" y="57150"/>
                </a:cubicBezTo>
                <a:lnTo>
                  <a:pt x="257175" y="57150"/>
                </a:lnTo>
                <a:cubicBezTo>
                  <a:pt x="304502" y="57150"/>
                  <a:pt x="342900" y="95548"/>
                  <a:pt x="342900" y="142875"/>
                </a:cubicBezTo>
                <a:lnTo>
                  <a:pt x="342900" y="171450"/>
                </a:lnTo>
                <a:lnTo>
                  <a:pt x="571500" y="171450"/>
                </a:lnTo>
                <a:lnTo>
                  <a:pt x="571500" y="142875"/>
                </a:lnTo>
                <a:cubicBezTo>
                  <a:pt x="571500" y="95548"/>
                  <a:pt x="609898" y="57150"/>
                  <a:pt x="657225" y="57150"/>
                </a:cubicBezTo>
                <a:lnTo>
                  <a:pt x="828675" y="57150"/>
                </a:lnTo>
                <a:cubicBezTo>
                  <a:pt x="876002" y="57150"/>
                  <a:pt x="914400" y="95548"/>
                  <a:pt x="914400" y="142875"/>
                </a:cubicBezTo>
                <a:lnTo>
                  <a:pt x="914400" y="314325"/>
                </a:lnTo>
                <a:cubicBezTo>
                  <a:pt x="914400" y="361652"/>
                  <a:pt x="876002" y="400050"/>
                  <a:pt x="828675" y="400050"/>
                </a:cubicBezTo>
                <a:lnTo>
                  <a:pt x="657225" y="400050"/>
                </a:lnTo>
                <a:cubicBezTo>
                  <a:pt x="609898" y="400050"/>
                  <a:pt x="571500" y="361652"/>
                  <a:pt x="571500" y="314325"/>
                </a:cubicBezTo>
                <a:lnTo>
                  <a:pt x="571500" y="285750"/>
                </a:lnTo>
                <a:lnTo>
                  <a:pt x="342900" y="285750"/>
                </a:lnTo>
                <a:lnTo>
                  <a:pt x="342900" y="314325"/>
                </a:lnTo>
                <a:cubicBezTo>
                  <a:pt x="342900" y="327362"/>
                  <a:pt x="339864" y="339864"/>
                  <a:pt x="334685" y="350937"/>
                </a:cubicBezTo>
                <a:lnTo>
                  <a:pt x="457200" y="514350"/>
                </a:lnTo>
                <a:lnTo>
                  <a:pt x="600075" y="514350"/>
                </a:lnTo>
                <a:cubicBezTo>
                  <a:pt x="647402" y="514350"/>
                  <a:pt x="685800" y="552748"/>
                  <a:pt x="685800" y="600075"/>
                </a:cubicBezTo>
                <a:lnTo>
                  <a:pt x="685800" y="771525"/>
                </a:lnTo>
                <a:cubicBezTo>
                  <a:pt x="685800" y="818852"/>
                  <a:pt x="647402" y="857250"/>
                  <a:pt x="600075" y="857250"/>
                </a:cubicBezTo>
                <a:lnTo>
                  <a:pt x="428625" y="857250"/>
                </a:lnTo>
                <a:cubicBezTo>
                  <a:pt x="381298" y="857250"/>
                  <a:pt x="342900" y="818852"/>
                  <a:pt x="342900" y="771525"/>
                </a:cubicBezTo>
                <a:lnTo>
                  <a:pt x="342900" y="600075"/>
                </a:lnTo>
                <a:cubicBezTo>
                  <a:pt x="342900" y="587038"/>
                  <a:pt x="345936" y="574536"/>
                  <a:pt x="351115" y="563463"/>
                </a:cubicBezTo>
                <a:lnTo>
                  <a:pt x="228600" y="400050"/>
                </a:lnTo>
                <a:lnTo>
                  <a:pt x="85725" y="400050"/>
                </a:lnTo>
                <a:cubicBezTo>
                  <a:pt x="38398" y="400050"/>
                  <a:pt x="0" y="361652"/>
                  <a:pt x="0" y="314325"/>
                </a:cubicBezTo>
                <a:lnTo>
                  <a:pt x="0" y="142875"/>
                </a:ln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76117" y="3276600"/>
            <a:ext cx="383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ERD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233267" y="4152900"/>
            <a:ext cx="3724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42792" y="4609979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Entity Relationship Diagram here</a:t>
            </a:r>
            <a:endParaRPr lang="en-US" sz="1600" dirty="0"/>
          </a:p>
        </p:txBody>
      </p:sp>
      <p:pic>
        <p:nvPicPr>
          <p:cNvPr id="7" name="Image 0" descr="https://kimi-img.moonshot.cn/pub/slides/26-02-24-21:44:29-d6eqmfe0ftlqc6un7o1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81" y="1981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342900" y="114300"/>
                </a:moveTo>
                <a:cubicBezTo>
                  <a:pt x="342900" y="82689"/>
                  <a:pt x="368439" y="57150"/>
                  <a:pt x="400050" y="57150"/>
                </a:cubicBezTo>
                <a:lnTo>
                  <a:pt x="514350" y="57150"/>
                </a:lnTo>
                <a:cubicBezTo>
                  <a:pt x="545961" y="57150"/>
                  <a:pt x="571500" y="82689"/>
                  <a:pt x="571500" y="114300"/>
                </a:cubicBezTo>
                <a:lnTo>
                  <a:pt x="571500" y="228600"/>
                </a:lnTo>
                <a:cubicBezTo>
                  <a:pt x="571500" y="260211"/>
                  <a:pt x="545961" y="285750"/>
                  <a:pt x="514350" y="285750"/>
                </a:cubicBezTo>
                <a:lnTo>
                  <a:pt x="500063" y="285750"/>
                </a:lnTo>
                <a:lnTo>
                  <a:pt x="500063" y="400050"/>
                </a:lnTo>
                <a:lnTo>
                  <a:pt x="714375" y="400050"/>
                </a:lnTo>
                <a:cubicBezTo>
                  <a:pt x="785455" y="400050"/>
                  <a:pt x="842963" y="457557"/>
                  <a:pt x="842963" y="528638"/>
                </a:cubicBezTo>
                <a:lnTo>
                  <a:pt x="842963" y="628650"/>
                </a:lnTo>
                <a:lnTo>
                  <a:pt x="857250" y="628650"/>
                </a:lnTo>
                <a:cubicBezTo>
                  <a:pt x="888861" y="628650"/>
                  <a:pt x="914400" y="654189"/>
                  <a:pt x="914400" y="685800"/>
                </a:cubicBezTo>
                <a:lnTo>
                  <a:pt x="914400" y="800100"/>
                </a:lnTo>
                <a:cubicBezTo>
                  <a:pt x="914400" y="831711"/>
                  <a:pt x="888861" y="857250"/>
                  <a:pt x="857250" y="857250"/>
                </a:cubicBezTo>
                <a:lnTo>
                  <a:pt x="742950" y="857250"/>
                </a:lnTo>
                <a:cubicBezTo>
                  <a:pt x="711339" y="857250"/>
                  <a:pt x="685800" y="831711"/>
                  <a:pt x="685800" y="800100"/>
                </a:cubicBezTo>
                <a:lnTo>
                  <a:pt x="685800" y="685800"/>
                </a:lnTo>
                <a:cubicBezTo>
                  <a:pt x="685800" y="654189"/>
                  <a:pt x="711339" y="628650"/>
                  <a:pt x="742950" y="628650"/>
                </a:cubicBezTo>
                <a:lnTo>
                  <a:pt x="757238" y="628650"/>
                </a:lnTo>
                <a:lnTo>
                  <a:pt x="757238" y="528638"/>
                </a:lnTo>
                <a:cubicBezTo>
                  <a:pt x="757238" y="504885"/>
                  <a:pt x="738128" y="485775"/>
                  <a:pt x="714375" y="485775"/>
                </a:cubicBezTo>
                <a:lnTo>
                  <a:pt x="500063" y="485775"/>
                </a:lnTo>
                <a:lnTo>
                  <a:pt x="500063" y="628650"/>
                </a:lnTo>
                <a:lnTo>
                  <a:pt x="514350" y="628650"/>
                </a:lnTo>
                <a:cubicBezTo>
                  <a:pt x="545961" y="628650"/>
                  <a:pt x="571500" y="654189"/>
                  <a:pt x="571500" y="685800"/>
                </a:cubicBezTo>
                <a:lnTo>
                  <a:pt x="571500" y="800100"/>
                </a:lnTo>
                <a:cubicBezTo>
                  <a:pt x="571500" y="831711"/>
                  <a:pt x="545961" y="857250"/>
                  <a:pt x="514350" y="857250"/>
                </a:cubicBezTo>
                <a:lnTo>
                  <a:pt x="400050" y="857250"/>
                </a:lnTo>
                <a:cubicBezTo>
                  <a:pt x="368439" y="857250"/>
                  <a:pt x="342900" y="831711"/>
                  <a:pt x="342900" y="800100"/>
                </a:cubicBezTo>
                <a:lnTo>
                  <a:pt x="342900" y="685800"/>
                </a:lnTo>
                <a:cubicBezTo>
                  <a:pt x="342900" y="654189"/>
                  <a:pt x="368439" y="628650"/>
                  <a:pt x="400050" y="628650"/>
                </a:cubicBezTo>
                <a:lnTo>
                  <a:pt x="414338" y="628650"/>
                </a:lnTo>
                <a:lnTo>
                  <a:pt x="414338" y="485775"/>
                </a:lnTo>
                <a:lnTo>
                  <a:pt x="200025" y="485775"/>
                </a:lnTo>
                <a:cubicBezTo>
                  <a:pt x="176272" y="485775"/>
                  <a:pt x="157163" y="504885"/>
                  <a:pt x="157163" y="528638"/>
                </a:cubicBezTo>
                <a:lnTo>
                  <a:pt x="157163" y="628650"/>
                </a:lnTo>
                <a:lnTo>
                  <a:pt x="171450" y="628650"/>
                </a:lnTo>
                <a:cubicBezTo>
                  <a:pt x="203061" y="628650"/>
                  <a:pt x="228600" y="654189"/>
                  <a:pt x="228600" y="685800"/>
                </a:cubicBezTo>
                <a:lnTo>
                  <a:pt x="228600" y="800100"/>
                </a:lnTo>
                <a:cubicBezTo>
                  <a:pt x="228600" y="831711"/>
                  <a:pt x="203061" y="857250"/>
                  <a:pt x="171450" y="857250"/>
                </a:cubicBezTo>
                <a:lnTo>
                  <a:pt x="57150" y="857250"/>
                </a:lnTo>
                <a:cubicBezTo>
                  <a:pt x="25539" y="857250"/>
                  <a:pt x="0" y="831711"/>
                  <a:pt x="0" y="800100"/>
                </a:cubicBezTo>
                <a:lnTo>
                  <a:pt x="0" y="685800"/>
                </a:lnTo>
                <a:cubicBezTo>
                  <a:pt x="0" y="654189"/>
                  <a:pt x="25539" y="628650"/>
                  <a:pt x="57150" y="628650"/>
                </a:cubicBezTo>
                <a:lnTo>
                  <a:pt x="71438" y="628650"/>
                </a:lnTo>
                <a:lnTo>
                  <a:pt x="71438" y="528638"/>
                </a:lnTo>
                <a:cubicBezTo>
                  <a:pt x="71438" y="457557"/>
                  <a:pt x="128945" y="400050"/>
                  <a:pt x="200025" y="400050"/>
                </a:cubicBezTo>
                <a:lnTo>
                  <a:pt x="414338" y="400050"/>
                </a:lnTo>
                <a:lnTo>
                  <a:pt x="414338" y="285750"/>
                </a:lnTo>
                <a:lnTo>
                  <a:pt x="400050" y="285750"/>
                </a:lnTo>
                <a:cubicBezTo>
                  <a:pt x="368439" y="285750"/>
                  <a:pt x="342900" y="260211"/>
                  <a:pt x="342900" y="228600"/>
                </a:cubicBezTo>
                <a:lnTo>
                  <a:pt x="342900" y="114300"/>
                </a:ln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61949" y="3276600"/>
            <a:ext cx="3867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Schema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281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219099" y="4152900"/>
            <a:ext cx="3752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28624" y="4609979"/>
            <a:ext cx="373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Database Schema Diagram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8435" y="312530"/>
            <a:ext cx="2208696" cy="33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 </a:t>
            </a:r>
            <a:endParaRPr lang="en-US" sz="1600" dirty="0"/>
          </a:p>
        </p:txBody>
      </p:sp>
      <p:pic>
        <p:nvPicPr>
          <p:cNvPr id="8" name="Image 0" descr="https://kimi-img.moonshot.cn/pub/slides/26-02-24-21:45:05-d6eqmoe0ftlqc6un7uq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984" y="0"/>
            <a:ext cx="10689016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81" y="1981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897612" y="268962"/>
                </a:moveTo>
                <a:lnTo>
                  <a:pt x="726162" y="440412"/>
                </a:lnTo>
                <a:cubicBezTo>
                  <a:pt x="709732" y="456843"/>
                  <a:pt x="685264" y="461665"/>
                  <a:pt x="663833" y="452735"/>
                </a:cubicBezTo>
                <a:cubicBezTo>
                  <a:pt x="642402" y="443805"/>
                  <a:pt x="628650" y="423089"/>
                  <a:pt x="628650" y="400050"/>
                </a:cubicBezTo>
                <a:lnTo>
                  <a:pt x="628650" y="285750"/>
                </a:lnTo>
                <a:lnTo>
                  <a:pt x="57150" y="285750"/>
                </a:lnTo>
                <a:cubicBezTo>
                  <a:pt x="25539" y="285750"/>
                  <a:pt x="0" y="260211"/>
                  <a:pt x="0" y="228600"/>
                </a:cubicBezTo>
                <a:cubicBezTo>
                  <a:pt x="0" y="196989"/>
                  <a:pt x="25539" y="171450"/>
                  <a:pt x="57150" y="171450"/>
                </a:cubicBezTo>
                <a:lnTo>
                  <a:pt x="628650" y="171450"/>
                </a:lnTo>
                <a:lnTo>
                  <a:pt x="628650" y="57150"/>
                </a:lnTo>
                <a:cubicBezTo>
                  <a:pt x="628650" y="34111"/>
                  <a:pt x="642580" y="13216"/>
                  <a:pt x="664012" y="4286"/>
                </a:cubicBezTo>
                <a:cubicBezTo>
                  <a:pt x="685443" y="-4643"/>
                  <a:pt x="709910" y="357"/>
                  <a:pt x="726341" y="16609"/>
                </a:cubicBezTo>
                <a:lnTo>
                  <a:pt x="897791" y="188059"/>
                </a:lnTo>
                <a:cubicBezTo>
                  <a:pt x="920115" y="210383"/>
                  <a:pt x="920115" y="246638"/>
                  <a:pt x="897791" y="268962"/>
                </a:cubicBezTo>
                <a:close/>
                <a:moveTo>
                  <a:pt x="188059" y="897612"/>
                </a:moveTo>
                <a:lnTo>
                  <a:pt x="16609" y="726162"/>
                </a:lnTo>
                <a:cubicBezTo>
                  <a:pt x="-5715" y="703838"/>
                  <a:pt x="-5715" y="667583"/>
                  <a:pt x="16609" y="645259"/>
                </a:cubicBezTo>
                <a:lnTo>
                  <a:pt x="188059" y="473809"/>
                </a:lnTo>
                <a:cubicBezTo>
                  <a:pt x="204490" y="457379"/>
                  <a:pt x="228957" y="452557"/>
                  <a:pt x="250388" y="461486"/>
                </a:cubicBezTo>
                <a:cubicBezTo>
                  <a:pt x="271820" y="470416"/>
                  <a:pt x="285750" y="491311"/>
                  <a:pt x="285750" y="514350"/>
                </a:cubicBezTo>
                <a:lnTo>
                  <a:pt x="285750" y="628650"/>
                </a:lnTo>
                <a:lnTo>
                  <a:pt x="857250" y="628650"/>
                </a:lnTo>
                <a:cubicBezTo>
                  <a:pt x="888861" y="628650"/>
                  <a:pt x="914400" y="654189"/>
                  <a:pt x="914400" y="685800"/>
                </a:cubicBezTo>
                <a:cubicBezTo>
                  <a:pt x="914400" y="717411"/>
                  <a:pt x="888861" y="742950"/>
                  <a:pt x="857250" y="742950"/>
                </a:cubicBezTo>
                <a:lnTo>
                  <a:pt x="285750" y="742950"/>
                </a:lnTo>
                <a:lnTo>
                  <a:pt x="285750" y="857250"/>
                </a:lnTo>
                <a:cubicBezTo>
                  <a:pt x="285750" y="880289"/>
                  <a:pt x="271820" y="901184"/>
                  <a:pt x="250388" y="910114"/>
                </a:cubicBezTo>
                <a:cubicBezTo>
                  <a:pt x="228957" y="919043"/>
                  <a:pt x="204490" y="914043"/>
                  <a:pt x="188059" y="897791"/>
                </a:cubicBez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311253" y="3276600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DFD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281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368403" y="4152900"/>
            <a:ext cx="3457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77928" y="4609988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Data Flow Diagram here</a:t>
            </a:r>
            <a:endParaRPr lang="en-US" sz="1600" dirty="0"/>
          </a:p>
        </p:txBody>
      </p:sp>
      <p:pic>
        <p:nvPicPr>
          <p:cNvPr id="7" name="Image 0" descr="https://kimi-img.moonshot.cn/pub/slides/26-02-21-03:45:51-d6cbjrumcu0vv9e5vi5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30350"/>
            <a:ext cx="11430000" cy="3797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8522" y="500270"/>
            <a:ext cx="2208696" cy="33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dfd level 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5950" y="19812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114300" y="57150"/>
                </a:moveTo>
                <a:cubicBezTo>
                  <a:pt x="51256" y="57150"/>
                  <a:pt x="0" y="108406"/>
                  <a:pt x="0" y="171450"/>
                </a:cubicBezTo>
                <a:lnTo>
                  <a:pt x="0" y="742950"/>
                </a:lnTo>
                <a:cubicBezTo>
                  <a:pt x="0" y="805994"/>
                  <a:pt x="51256" y="857250"/>
                  <a:pt x="114300" y="857250"/>
                </a:cubicBezTo>
                <a:lnTo>
                  <a:pt x="685800" y="857250"/>
                </a:lnTo>
                <a:cubicBezTo>
                  <a:pt x="748844" y="857250"/>
                  <a:pt x="800100" y="805994"/>
                  <a:pt x="800100" y="742950"/>
                </a:cubicBezTo>
                <a:lnTo>
                  <a:pt x="800100" y="171450"/>
                </a:lnTo>
                <a:cubicBezTo>
                  <a:pt x="800100" y="108406"/>
                  <a:pt x="748844" y="57150"/>
                  <a:pt x="685800" y="57150"/>
                </a:cubicBezTo>
                <a:lnTo>
                  <a:pt x="114300" y="57150"/>
                </a:lnTo>
                <a:close/>
                <a:moveTo>
                  <a:pt x="228600" y="200025"/>
                </a:moveTo>
                <a:cubicBezTo>
                  <a:pt x="275913" y="200025"/>
                  <a:pt x="314325" y="238437"/>
                  <a:pt x="314325" y="285750"/>
                </a:cubicBezTo>
                <a:cubicBezTo>
                  <a:pt x="314325" y="333063"/>
                  <a:pt x="275913" y="371475"/>
                  <a:pt x="228600" y="371475"/>
                </a:cubicBezTo>
                <a:cubicBezTo>
                  <a:pt x="181287" y="371475"/>
                  <a:pt x="142875" y="333063"/>
                  <a:pt x="142875" y="285750"/>
                </a:cubicBezTo>
                <a:cubicBezTo>
                  <a:pt x="142875" y="238437"/>
                  <a:pt x="181287" y="200025"/>
                  <a:pt x="228600" y="200025"/>
                </a:cubicBezTo>
                <a:close/>
                <a:moveTo>
                  <a:pt x="485775" y="400050"/>
                </a:moveTo>
                <a:cubicBezTo>
                  <a:pt x="500777" y="400050"/>
                  <a:pt x="514529" y="407908"/>
                  <a:pt x="522387" y="420588"/>
                </a:cubicBezTo>
                <a:lnTo>
                  <a:pt x="679549" y="677763"/>
                </a:lnTo>
                <a:cubicBezTo>
                  <a:pt x="687586" y="690979"/>
                  <a:pt x="687943" y="707588"/>
                  <a:pt x="680442" y="721162"/>
                </a:cubicBezTo>
                <a:cubicBezTo>
                  <a:pt x="672941" y="734735"/>
                  <a:pt x="658475" y="742950"/>
                  <a:pt x="642938" y="742950"/>
                </a:cubicBezTo>
                <a:lnTo>
                  <a:pt x="157163" y="742950"/>
                </a:lnTo>
                <a:cubicBezTo>
                  <a:pt x="141268" y="742950"/>
                  <a:pt x="126444" y="734020"/>
                  <a:pt x="119122" y="719911"/>
                </a:cubicBezTo>
                <a:cubicBezTo>
                  <a:pt x="111800" y="705803"/>
                  <a:pt x="112871" y="688658"/>
                  <a:pt x="121980" y="675620"/>
                </a:cubicBezTo>
                <a:lnTo>
                  <a:pt x="221992" y="532745"/>
                </a:lnTo>
                <a:cubicBezTo>
                  <a:pt x="230029" y="521315"/>
                  <a:pt x="243066" y="514529"/>
                  <a:pt x="257175" y="514529"/>
                </a:cubicBezTo>
                <a:cubicBezTo>
                  <a:pt x="271284" y="514529"/>
                  <a:pt x="284321" y="521315"/>
                  <a:pt x="292358" y="532745"/>
                </a:cubicBezTo>
                <a:lnTo>
                  <a:pt x="339507" y="600254"/>
                </a:lnTo>
                <a:lnTo>
                  <a:pt x="449163" y="420767"/>
                </a:lnTo>
                <a:cubicBezTo>
                  <a:pt x="457021" y="408087"/>
                  <a:pt x="470773" y="400229"/>
                  <a:pt x="485775" y="400229"/>
                </a:cubicBez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914418" y="3276600"/>
            <a:ext cx="436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971568" y="4152900"/>
            <a:ext cx="424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81093" y="4609988"/>
            <a:ext cx="422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System Architecture Diagram here</a:t>
            </a:r>
            <a:endParaRPr lang="en-US" sz="1600" dirty="0"/>
          </a:p>
        </p:txBody>
      </p:sp>
      <p:pic>
        <p:nvPicPr>
          <p:cNvPr id="7" name="Image 0" descr="https://kimi-img.moonshot.cn/pub/slides/26-02-21-03:46:18-d6cbk2n2ekfv6o2q6vu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673" y="222040"/>
            <a:ext cx="6997652" cy="64404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8174" y="356704"/>
            <a:ext cx="2208696" cy="5942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dfd level 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5950" y="19812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114300" y="57150"/>
                </a:moveTo>
                <a:cubicBezTo>
                  <a:pt x="51256" y="57150"/>
                  <a:pt x="0" y="108406"/>
                  <a:pt x="0" y="171450"/>
                </a:cubicBezTo>
                <a:lnTo>
                  <a:pt x="0" y="742950"/>
                </a:lnTo>
                <a:cubicBezTo>
                  <a:pt x="0" y="805994"/>
                  <a:pt x="51256" y="857250"/>
                  <a:pt x="114300" y="857250"/>
                </a:cubicBezTo>
                <a:lnTo>
                  <a:pt x="685800" y="857250"/>
                </a:lnTo>
                <a:cubicBezTo>
                  <a:pt x="748844" y="857250"/>
                  <a:pt x="800100" y="805994"/>
                  <a:pt x="800100" y="742950"/>
                </a:cubicBezTo>
                <a:lnTo>
                  <a:pt x="800100" y="171450"/>
                </a:lnTo>
                <a:cubicBezTo>
                  <a:pt x="800100" y="108406"/>
                  <a:pt x="748844" y="57150"/>
                  <a:pt x="685800" y="57150"/>
                </a:cubicBezTo>
                <a:lnTo>
                  <a:pt x="114300" y="57150"/>
                </a:lnTo>
                <a:close/>
                <a:moveTo>
                  <a:pt x="228600" y="200025"/>
                </a:moveTo>
                <a:cubicBezTo>
                  <a:pt x="275913" y="200025"/>
                  <a:pt x="314325" y="238437"/>
                  <a:pt x="314325" y="285750"/>
                </a:cubicBezTo>
                <a:cubicBezTo>
                  <a:pt x="314325" y="333063"/>
                  <a:pt x="275913" y="371475"/>
                  <a:pt x="228600" y="371475"/>
                </a:cubicBezTo>
                <a:cubicBezTo>
                  <a:pt x="181287" y="371475"/>
                  <a:pt x="142875" y="333063"/>
                  <a:pt x="142875" y="285750"/>
                </a:cubicBezTo>
                <a:cubicBezTo>
                  <a:pt x="142875" y="238437"/>
                  <a:pt x="181287" y="200025"/>
                  <a:pt x="228600" y="200025"/>
                </a:cubicBezTo>
                <a:close/>
                <a:moveTo>
                  <a:pt x="485775" y="400050"/>
                </a:moveTo>
                <a:cubicBezTo>
                  <a:pt x="500777" y="400050"/>
                  <a:pt x="514529" y="407908"/>
                  <a:pt x="522387" y="420588"/>
                </a:cubicBezTo>
                <a:lnTo>
                  <a:pt x="679549" y="677763"/>
                </a:lnTo>
                <a:cubicBezTo>
                  <a:pt x="687586" y="690979"/>
                  <a:pt x="687943" y="707588"/>
                  <a:pt x="680442" y="721162"/>
                </a:cubicBezTo>
                <a:cubicBezTo>
                  <a:pt x="672941" y="734735"/>
                  <a:pt x="658475" y="742950"/>
                  <a:pt x="642938" y="742950"/>
                </a:cubicBezTo>
                <a:lnTo>
                  <a:pt x="157163" y="742950"/>
                </a:lnTo>
                <a:cubicBezTo>
                  <a:pt x="141268" y="742950"/>
                  <a:pt x="126444" y="734020"/>
                  <a:pt x="119122" y="719911"/>
                </a:cubicBezTo>
                <a:cubicBezTo>
                  <a:pt x="111800" y="705803"/>
                  <a:pt x="112871" y="688658"/>
                  <a:pt x="121980" y="675620"/>
                </a:cubicBezTo>
                <a:lnTo>
                  <a:pt x="221992" y="532745"/>
                </a:lnTo>
                <a:cubicBezTo>
                  <a:pt x="230029" y="521315"/>
                  <a:pt x="243066" y="514529"/>
                  <a:pt x="257175" y="514529"/>
                </a:cubicBezTo>
                <a:cubicBezTo>
                  <a:pt x="271284" y="514529"/>
                  <a:pt x="284321" y="521315"/>
                  <a:pt x="292358" y="532745"/>
                </a:cubicBezTo>
                <a:lnTo>
                  <a:pt x="339507" y="600254"/>
                </a:lnTo>
                <a:lnTo>
                  <a:pt x="449163" y="420767"/>
                </a:lnTo>
                <a:cubicBezTo>
                  <a:pt x="457021" y="408087"/>
                  <a:pt x="470773" y="400229"/>
                  <a:pt x="485775" y="400229"/>
                </a:cubicBez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32540" y="327660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89690" y="41529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99215" y="4609988"/>
            <a:ext cx="3790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Use Case Diagram here</a:t>
            </a:r>
            <a:endParaRPr lang="en-US" sz="1600" dirty="0"/>
          </a:p>
        </p:txBody>
      </p:sp>
      <p:pic>
        <p:nvPicPr>
          <p:cNvPr id="7" name="Image 0" descr="https://kimi-img.moonshot.cn/pub/slides/26-02-21-03:40:42-d6cbhenk67ec0fateil0.png">    </p:cNvPr>
          <p:cNvPicPr>
            <a:picLocks noChangeAspect="1"/>
          </p:cNvPicPr>
          <p:nvPr/>
        </p:nvPicPr>
        <p:blipFill>
          <a:blip r:embed="rId1"/>
          <a:srcRect l="4717" r="943" t="3846" b="0"/>
          <a:stretch/>
        </p:blipFill>
        <p:spPr>
          <a:xfrm>
            <a:off x="96907" y="410667"/>
            <a:ext cx="5999093" cy="6646266"/>
          </a:xfrm>
          <a:prstGeom prst="rect">
            <a:avLst/>
          </a:prstGeom>
        </p:spPr>
      </p:pic>
      <p:pic>
        <p:nvPicPr>
          <p:cNvPr id="8" name="Image 1" descr="https://kimi-img.moonshot.cn/pub/slides/26-02-21-03:41:37-d6cbhsbv466km99ottn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59" y="266700"/>
            <a:ext cx="6184348" cy="3429000"/>
          </a:xfrm>
          <a:prstGeom prst="rect">
            <a:avLst/>
          </a:prstGeom>
        </p:spPr>
      </p:pic>
      <p:pic>
        <p:nvPicPr>
          <p:cNvPr id="9" name="Image 2" descr="https://kimi-img.moonshot.cn/pub/slides/26-02-21-03:42:41-d6cbicaliqu17o5otj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659" y="3276600"/>
            <a:ext cx="6110080" cy="3581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8174" y="101560"/>
            <a:ext cx="256208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 cases 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pflightapps.com/bab9a4938f0b430e6e84dba37ea8843dd30f20d7.jpg">    </p:cNvPr>
          <p:cNvPicPr>
            <a:picLocks noChangeAspect="1"/>
          </p:cNvPicPr>
          <p:nvPr/>
        </p:nvPicPr>
        <p:blipFill>
          <a:blip r:embed="rId1"/>
          <a:srcRect l="62" r="6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685800" y="1836427"/>
            <a:ext cx="207264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59E0B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3352800"/>
            <a:ext cx="11410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429577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581525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Screenshots of the web &amp; app and 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Healthcare Chatbot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assistant designed to help patients 24/7</a:t>
            </a:r>
            <a:endParaRPr lang="en-US" sz="1600" dirty="0"/>
          </a:p>
        </p:txBody>
      </p:sp>
      <p:pic>
        <p:nvPicPr>
          <p:cNvPr id="5" name="Image 0" descr="https://kimi-web-img.moonshot.cn/img/acropolium.com/1a727264ff18b74f5742004370eeb5813d5ea3bf.jpg">    </p:cNvPr>
          <p:cNvPicPr>
            <a:picLocks noChangeAspect="1"/>
          </p:cNvPicPr>
          <p:nvPr/>
        </p:nvPicPr>
        <p:blipFill>
          <a:blip r:embed="rId1"/>
          <a:srcRect l="18157" r="18157" t="0" b="0"/>
          <a:stretch/>
        </p:blipFill>
        <p:spPr>
          <a:xfrm>
            <a:off x="381000" y="1371600"/>
            <a:ext cx="5057775" cy="5105400"/>
          </a:xfrm>
          <a:prstGeom prst="roundRect">
            <a:avLst>
              <a:gd name="adj" fmla="val 226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648325" y="1371600"/>
            <a:ext cx="3019425" cy="1628775"/>
          </a:xfrm>
          <a:custGeom>
            <a:avLst/>
            <a:gdLst/>
            <a:ahLst/>
            <a:cxnLst/>
            <a:rect l="l" t="t" r="r" b="b"/>
            <a:pathLst>
              <a:path w="3019425" h="1628775">
                <a:moveTo>
                  <a:pt x="38100" y="0"/>
                </a:moveTo>
                <a:lnTo>
                  <a:pt x="2905118" y="0"/>
                </a:lnTo>
                <a:cubicBezTo>
                  <a:pt x="2968248" y="0"/>
                  <a:pt x="3019425" y="51177"/>
                  <a:pt x="3019425" y="114307"/>
                </a:cubicBezTo>
                <a:lnTo>
                  <a:pt x="3019425" y="1514468"/>
                </a:lnTo>
                <a:cubicBezTo>
                  <a:pt x="3019425" y="1577598"/>
                  <a:pt x="2968248" y="1628775"/>
                  <a:pt x="2905118" y="1628775"/>
                </a:cubicBez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48325" y="1371600"/>
            <a:ext cx="38100" cy="1628775"/>
          </a:xfrm>
          <a:custGeom>
            <a:avLst/>
            <a:gdLst/>
            <a:ahLst/>
            <a:cxnLst/>
            <a:rect l="l" t="t" r="r" b="b"/>
            <a:pathLst>
              <a:path w="38100" h="1628775">
                <a:moveTo>
                  <a:pt x="38100" y="0"/>
                </a:moveTo>
                <a:lnTo>
                  <a:pt x="38100" y="0"/>
                </a:lnTo>
                <a:lnTo>
                  <a:pt x="38100" y="1628775"/>
                </a:ln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5843588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134100" y="15240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Availability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19775" y="186690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responses anytime, anywhere for patient convenience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796338" y="1371600"/>
            <a:ext cx="3019425" cy="1628775"/>
          </a:xfrm>
          <a:custGeom>
            <a:avLst/>
            <a:gdLst/>
            <a:ahLst/>
            <a:cxnLst/>
            <a:rect l="l" t="t" r="r" b="b"/>
            <a:pathLst>
              <a:path w="3019425" h="1628775">
                <a:moveTo>
                  <a:pt x="38100" y="0"/>
                </a:moveTo>
                <a:lnTo>
                  <a:pt x="2905118" y="0"/>
                </a:lnTo>
                <a:cubicBezTo>
                  <a:pt x="2968248" y="0"/>
                  <a:pt x="3019425" y="51177"/>
                  <a:pt x="3019425" y="114307"/>
                </a:cubicBezTo>
                <a:lnTo>
                  <a:pt x="3019425" y="1514468"/>
                </a:lnTo>
                <a:cubicBezTo>
                  <a:pt x="3019425" y="1577598"/>
                  <a:pt x="2968248" y="1628775"/>
                  <a:pt x="2905118" y="1628775"/>
                </a:cubicBez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796338" y="1371600"/>
            <a:ext cx="38100" cy="1628775"/>
          </a:xfrm>
          <a:custGeom>
            <a:avLst/>
            <a:gdLst/>
            <a:ahLst/>
            <a:cxnLst/>
            <a:rect l="l" t="t" r="r" b="b"/>
            <a:pathLst>
              <a:path w="38100" h="1628775">
                <a:moveTo>
                  <a:pt x="38100" y="0"/>
                </a:moveTo>
                <a:lnTo>
                  <a:pt x="38100" y="0"/>
                </a:lnTo>
                <a:lnTo>
                  <a:pt x="38100" y="1628775"/>
                </a:ln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8979694" y="156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17859"/>
                </a:moveTo>
                <a:cubicBezTo>
                  <a:pt x="11906" y="8000"/>
                  <a:pt x="19906" y="0"/>
                  <a:pt x="29766" y="0"/>
                </a:cubicBezTo>
                <a:lnTo>
                  <a:pt x="47625" y="0"/>
                </a:lnTo>
                <a:cubicBezTo>
                  <a:pt x="54211" y="0"/>
                  <a:pt x="59531" y="5321"/>
                  <a:pt x="59531" y="11906"/>
                </a:cubicBezTo>
                <a:cubicBezTo>
                  <a:pt x="59531" y="18492"/>
                  <a:pt x="54211" y="23812"/>
                  <a:pt x="47625" y="23812"/>
                </a:cubicBezTo>
                <a:lnTo>
                  <a:pt x="35719" y="23812"/>
                </a:lnTo>
                <a:lnTo>
                  <a:pt x="35719" y="71438"/>
                </a:lnTo>
                <a:cubicBezTo>
                  <a:pt x="35719" y="91157"/>
                  <a:pt x="51718" y="107156"/>
                  <a:pt x="71438" y="107156"/>
                </a:cubicBezTo>
                <a:cubicBezTo>
                  <a:pt x="91157" y="107156"/>
                  <a:pt x="107156" y="91157"/>
                  <a:pt x="107156" y="71438"/>
                </a:cubicBezTo>
                <a:lnTo>
                  <a:pt x="107156" y="23812"/>
                </a:lnTo>
                <a:lnTo>
                  <a:pt x="95250" y="23812"/>
                </a:lnTo>
                <a:cubicBezTo>
                  <a:pt x="88664" y="23812"/>
                  <a:pt x="83344" y="18492"/>
                  <a:pt x="83344" y="11906"/>
                </a:cubicBezTo>
                <a:cubicBezTo>
                  <a:pt x="83344" y="5321"/>
                  <a:pt x="88664" y="0"/>
                  <a:pt x="95250" y="0"/>
                </a:cubicBezTo>
                <a:lnTo>
                  <a:pt x="113109" y="0"/>
                </a:lnTo>
                <a:cubicBezTo>
                  <a:pt x="122969" y="0"/>
                  <a:pt x="130969" y="8000"/>
                  <a:pt x="130969" y="17859"/>
                </a:cubicBezTo>
                <a:lnTo>
                  <a:pt x="130969" y="71438"/>
                </a:lnTo>
                <a:cubicBezTo>
                  <a:pt x="130969" y="100236"/>
                  <a:pt x="110505" y="124271"/>
                  <a:pt x="83344" y="129778"/>
                </a:cubicBezTo>
                <a:lnTo>
                  <a:pt x="83344" y="136922"/>
                </a:lnTo>
                <a:cubicBezTo>
                  <a:pt x="83344" y="159953"/>
                  <a:pt x="101984" y="178594"/>
                  <a:pt x="125016" y="178594"/>
                </a:cubicBezTo>
                <a:cubicBezTo>
                  <a:pt x="148047" y="178594"/>
                  <a:pt x="166688" y="159953"/>
                  <a:pt x="166688" y="136922"/>
                </a:cubicBezTo>
                <a:lnTo>
                  <a:pt x="166688" y="105110"/>
                </a:lnTo>
                <a:cubicBezTo>
                  <a:pt x="152809" y="100199"/>
                  <a:pt x="142875" y="86990"/>
                  <a:pt x="142875" y="71438"/>
                </a:cubicBezTo>
                <a:cubicBezTo>
                  <a:pt x="142875" y="51718"/>
                  <a:pt x="158874" y="35719"/>
                  <a:pt x="178594" y="35719"/>
                </a:cubicBezTo>
                <a:cubicBezTo>
                  <a:pt x="198313" y="35719"/>
                  <a:pt x="214313" y="51718"/>
                  <a:pt x="214313" y="71438"/>
                </a:cubicBezTo>
                <a:cubicBezTo>
                  <a:pt x="214313" y="86990"/>
                  <a:pt x="204378" y="100236"/>
                  <a:pt x="190500" y="105110"/>
                </a:cubicBezTo>
                <a:lnTo>
                  <a:pt x="190500" y="136922"/>
                </a:lnTo>
                <a:cubicBezTo>
                  <a:pt x="190500" y="173087"/>
                  <a:pt x="161181" y="202406"/>
                  <a:pt x="125016" y="202406"/>
                </a:cubicBezTo>
                <a:cubicBezTo>
                  <a:pt x="88850" y="202406"/>
                  <a:pt x="59531" y="173087"/>
                  <a:pt x="59531" y="136922"/>
                </a:cubicBezTo>
                <a:lnTo>
                  <a:pt x="59531" y="129778"/>
                </a:lnTo>
                <a:cubicBezTo>
                  <a:pt x="32370" y="124271"/>
                  <a:pt x="11906" y="100236"/>
                  <a:pt x="11906" y="71438"/>
                </a:cubicBezTo>
                <a:lnTo>
                  <a:pt x="11906" y="17859"/>
                </a:lnTo>
                <a:close/>
                <a:moveTo>
                  <a:pt x="178594" y="83344"/>
                </a:moveTo>
                <a:cubicBezTo>
                  <a:pt x="185165" y="83344"/>
                  <a:pt x="190500" y="78009"/>
                  <a:pt x="190500" y="71438"/>
                </a:cubicBezTo>
                <a:cubicBezTo>
                  <a:pt x="190500" y="64866"/>
                  <a:pt x="185165" y="59531"/>
                  <a:pt x="178594" y="59531"/>
                </a:cubicBezTo>
                <a:cubicBezTo>
                  <a:pt x="172023" y="59531"/>
                  <a:pt x="166688" y="64866"/>
                  <a:pt x="166688" y="71438"/>
                </a:cubicBezTo>
                <a:cubicBezTo>
                  <a:pt x="166688" y="78009"/>
                  <a:pt x="172023" y="83344"/>
                  <a:pt x="178594" y="833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9282113" y="152400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Symptom Assessment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67788" y="18669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Preliminary guidance and symptom evaluation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48325" y="4851332"/>
            <a:ext cx="3019425" cy="1628775"/>
          </a:xfrm>
          <a:custGeom>
            <a:avLst/>
            <a:gdLst/>
            <a:ahLst/>
            <a:cxnLst/>
            <a:rect l="l" t="t" r="r" b="b"/>
            <a:pathLst>
              <a:path w="3019425" h="1628775">
                <a:moveTo>
                  <a:pt x="38100" y="0"/>
                </a:moveTo>
                <a:lnTo>
                  <a:pt x="2905118" y="0"/>
                </a:lnTo>
                <a:cubicBezTo>
                  <a:pt x="2968248" y="0"/>
                  <a:pt x="3019425" y="51177"/>
                  <a:pt x="3019425" y="114307"/>
                </a:cubicBezTo>
                <a:lnTo>
                  <a:pt x="3019425" y="1514468"/>
                </a:lnTo>
                <a:cubicBezTo>
                  <a:pt x="3019425" y="1577598"/>
                  <a:pt x="2968248" y="1628775"/>
                  <a:pt x="2905118" y="1628775"/>
                </a:cubicBez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48325" y="4851332"/>
            <a:ext cx="38100" cy="1628775"/>
          </a:xfrm>
          <a:custGeom>
            <a:avLst/>
            <a:gdLst/>
            <a:ahLst/>
            <a:cxnLst/>
            <a:rect l="l" t="t" r="r" b="b"/>
            <a:pathLst>
              <a:path w="38100" h="1628775">
                <a:moveTo>
                  <a:pt x="38100" y="0"/>
                </a:moveTo>
                <a:lnTo>
                  <a:pt x="38100" y="0"/>
                </a:lnTo>
                <a:lnTo>
                  <a:pt x="38100" y="1628775"/>
                </a:ln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8" name="Shape 15"/>
          <p:cNvSpPr/>
          <p:nvPr/>
        </p:nvSpPr>
        <p:spPr>
          <a:xfrm>
            <a:off x="5843588" y="50418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6134100" y="5003732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Q&amp;A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819775" y="5346632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Answers to common health questions and concerns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796338" y="4851332"/>
            <a:ext cx="3019425" cy="1628775"/>
          </a:xfrm>
          <a:custGeom>
            <a:avLst/>
            <a:gdLst/>
            <a:ahLst/>
            <a:cxnLst/>
            <a:rect l="l" t="t" r="r" b="b"/>
            <a:pathLst>
              <a:path w="3019425" h="1628775">
                <a:moveTo>
                  <a:pt x="38100" y="0"/>
                </a:moveTo>
                <a:lnTo>
                  <a:pt x="2905118" y="0"/>
                </a:lnTo>
                <a:cubicBezTo>
                  <a:pt x="2968248" y="0"/>
                  <a:pt x="3019425" y="51177"/>
                  <a:pt x="3019425" y="114307"/>
                </a:cubicBezTo>
                <a:lnTo>
                  <a:pt x="3019425" y="1514468"/>
                </a:lnTo>
                <a:cubicBezTo>
                  <a:pt x="3019425" y="1577598"/>
                  <a:pt x="2968248" y="1628775"/>
                  <a:pt x="2905118" y="1628775"/>
                </a:cubicBez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796338" y="4851332"/>
            <a:ext cx="38100" cy="1628775"/>
          </a:xfrm>
          <a:custGeom>
            <a:avLst/>
            <a:gdLst/>
            <a:ahLst/>
            <a:cxnLst/>
            <a:rect l="l" t="t" r="r" b="b"/>
            <a:pathLst>
              <a:path w="38100" h="1628775">
                <a:moveTo>
                  <a:pt x="38100" y="0"/>
                </a:moveTo>
                <a:lnTo>
                  <a:pt x="38100" y="0"/>
                </a:lnTo>
                <a:lnTo>
                  <a:pt x="38100" y="1628775"/>
                </a:ln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Shape 20"/>
          <p:cNvSpPr/>
          <p:nvPr/>
        </p:nvSpPr>
        <p:spPr>
          <a:xfrm>
            <a:off x="9003506" y="504183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2977"/>
                </a:move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lose/>
                <a:moveTo>
                  <a:pt x="105668" y="119360"/>
                </a:moveTo>
                <a:cubicBezTo>
                  <a:pt x="103659" y="119174"/>
                  <a:pt x="101575" y="119063"/>
                  <a:pt x="99492" y="119063"/>
                </a:cubicBezTo>
                <a:lnTo>
                  <a:pt x="67159" y="119063"/>
                </a:lnTo>
                <a:cubicBezTo>
                  <a:pt x="65075" y="119063"/>
                  <a:pt x="63029" y="119174"/>
                  <a:pt x="60982" y="119360"/>
                </a:cubicBezTo>
                <a:lnTo>
                  <a:pt x="60982" y="144475"/>
                </a:lnTo>
                <a:cubicBezTo>
                  <a:pt x="67121" y="147303"/>
                  <a:pt x="71400" y="153516"/>
                  <a:pt x="71400" y="160697"/>
                </a:cubicBezTo>
                <a:cubicBezTo>
                  <a:pt x="71400" y="170557"/>
                  <a:pt x="63401" y="178557"/>
                  <a:pt x="53541" y="178557"/>
                </a:cubicBezTo>
                <a:cubicBezTo>
                  <a:pt x="43681" y="178557"/>
                  <a:pt x="35682" y="170557"/>
                  <a:pt x="35682" y="160697"/>
                </a:cubicBezTo>
                <a:cubicBezTo>
                  <a:pt x="35682" y="153479"/>
                  <a:pt x="39960" y="147265"/>
                  <a:pt x="46100" y="144475"/>
                </a:cubicBezTo>
                <a:lnTo>
                  <a:pt x="46100" y="122746"/>
                </a:lnTo>
                <a:cubicBezTo>
                  <a:pt x="22696" y="131341"/>
                  <a:pt x="5953" y="153888"/>
                  <a:pt x="5953" y="180305"/>
                </a:cubicBezTo>
                <a:cubicBezTo>
                  <a:pt x="5953" y="185924"/>
                  <a:pt x="10530" y="190500"/>
                  <a:pt x="16148" y="190500"/>
                </a:cubicBezTo>
                <a:lnTo>
                  <a:pt x="150502" y="190500"/>
                </a:lnTo>
                <a:cubicBezTo>
                  <a:pt x="156121" y="190500"/>
                  <a:pt x="160697" y="185924"/>
                  <a:pt x="160697" y="180305"/>
                </a:cubicBezTo>
                <a:cubicBezTo>
                  <a:pt x="160697" y="153888"/>
                  <a:pt x="143954" y="131378"/>
                  <a:pt x="120514" y="122783"/>
                </a:cubicBezTo>
                <a:lnTo>
                  <a:pt x="120514" y="136699"/>
                </a:lnTo>
                <a:cubicBezTo>
                  <a:pt x="129183" y="139750"/>
                  <a:pt x="135396" y="148047"/>
                  <a:pt x="135396" y="157758"/>
                </a:cubicBezTo>
                <a:lnTo>
                  <a:pt x="135396" y="169664"/>
                </a:lnTo>
                <a:cubicBezTo>
                  <a:pt x="135396" y="173757"/>
                  <a:pt x="132048" y="177105"/>
                  <a:pt x="127955" y="177105"/>
                </a:cubicBezTo>
                <a:cubicBezTo>
                  <a:pt x="123862" y="177105"/>
                  <a:pt x="120514" y="173757"/>
                  <a:pt x="120514" y="169664"/>
                </a:cubicBezTo>
                <a:lnTo>
                  <a:pt x="120514" y="157758"/>
                </a:lnTo>
                <a:cubicBezTo>
                  <a:pt x="120514" y="153665"/>
                  <a:pt x="117165" y="150316"/>
                  <a:pt x="113072" y="150316"/>
                </a:cubicBezTo>
                <a:cubicBezTo>
                  <a:pt x="108979" y="150316"/>
                  <a:pt x="105631" y="153665"/>
                  <a:pt x="105631" y="157758"/>
                </a:cubicBezTo>
                <a:lnTo>
                  <a:pt x="105631" y="169664"/>
                </a:lnTo>
                <a:cubicBezTo>
                  <a:pt x="105631" y="173757"/>
                  <a:pt x="102282" y="177105"/>
                  <a:pt x="98189" y="177105"/>
                </a:cubicBezTo>
                <a:cubicBezTo>
                  <a:pt x="94097" y="177105"/>
                  <a:pt x="90748" y="173757"/>
                  <a:pt x="90748" y="169664"/>
                </a:cubicBezTo>
                <a:lnTo>
                  <a:pt x="90748" y="157758"/>
                </a:lnTo>
                <a:cubicBezTo>
                  <a:pt x="90748" y="148047"/>
                  <a:pt x="96962" y="139787"/>
                  <a:pt x="105631" y="136699"/>
                </a:cubicBezTo>
                <a:lnTo>
                  <a:pt x="105631" y="11936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9282113" y="5003732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Doctor Handoff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967788" y="5346632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escalation to human doctors when needed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 Features &amp; Benefits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capabilities for enhanced patient care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772150" cy="5181600"/>
          </a:xfrm>
          <a:custGeom>
            <a:avLst/>
            <a:gdLst/>
            <a:ahLst/>
            <a:cxnLst/>
            <a:rect l="l" t="t" r="r" b="b"/>
            <a:pathLst>
              <a:path w="5772150" h="5181600">
                <a:moveTo>
                  <a:pt x="38100" y="0"/>
                </a:moveTo>
                <a:lnTo>
                  <a:pt x="5657844" y="0"/>
                </a:lnTo>
                <a:cubicBezTo>
                  <a:pt x="5720973" y="0"/>
                  <a:pt x="5772150" y="51177"/>
                  <a:pt x="5772150" y="114306"/>
                </a:cubicBezTo>
                <a:lnTo>
                  <a:pt x="5772150" y="5067294"/>
                </a:lnTo>
                <a:cubicBezTo>
                  <a:pt x="5772150" y="5130423"/>
                  <a:pt x="5720973" y="5181600"/>
                  <a:pt x="5657844" y="5181600"/>
                </a:cubicBezTo>
                <a:lnTo>
                  <a:pt x="38100" y="5181600"/>
                </a:lnTo>
                <a:cubicBezTo>
                  <a:pt x="17072" y="5181600"/>
                  <a:pt x="0" y="5164528"/>
                  <a:pt x="0" y="514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5181600"/>
          </a:xfrm>
          <a:custGeom>
            <a:avLst/>
            <a:gdLst/>
            <a:ahLst/>
            <a:cxnLst/>
            <a:rect l="l" t="t" r="r" b="b"/>
            <a:pathLst>
              <a:path w="38100" h="5181600">
                <a:moveTo>
                  <a:pt x="38100" y="0"/>
                </a:moveTo>
                <a:lnTo>
                  <a:pt x="38100" y="0"/>
                </a:lnTo>
                <a:lnTo>
                  <a:pt x="38100" y="5181600"/>
                </a:lnTo>
                <a:lnTo>
                  <a:pt x="38100" y="5181600"/>
                </a:lnTo>
                <a:cubicBezTo>
                  <a:pt x="17072" y="5181600"/>
                  <a:pt x="0" y="5164528"/>
                  <a:pt x="0" y="514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562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524000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905000"/>
            <a:ext cx="5448300" cy="685800"/>
          </a:xfrm>
          <a:custGeom>
            <a:avLst/>
            <a:gdLst/>
            <a:ahLst/>
            <a:cxnLst/>
            <a:rect l="l" t="t" r="r" b="b"/>
            <a:pathLst>
              <a:path w="5448300" h="685800">
                <a:moveTo>
                  <a:pt x="76199" y="0"/>
                </a:moveTo>
                <a:lnTo>
                  <a:pt x="5372101" y="0"/>
                </a:lnTo>
                <a:cubicBezTo>
                  <a:pt x="5414184" y="0"/>
                  <a:pt x="5448300" y="34116"/>
                  <a:pt x="5448300" y="76199"/>
                </a:cubicBezTo>
                <a:lnTo>
                  <a:pt x="5448300" y="609601"/>
                </a:lnTo>
                <a:cubicBezTo>
                  <a:pt x="5448300" y="651684"/>
                  <a:pt x="5414184" y="685800"/>
                  <a:pt x="5372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704850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2019300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patient queries in conversational language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667000"/>
            <a:ext cx="5448300" cy="685800"/>
          </a:xfrm>
          <a:custGeom>
            <a:avLst/>
            <a:gdLst/>
            <a:ahLst/>
            <a:cxnLst/>
            <a:rect l="l" t="t" r="r" b="b"/>
            <a:pathLst>
              <a:path w="5448300" h="685800">
                <a:moveTo>
                  <a:pt x="76199" y="0"/>
                </a:moveTo>
                <a:lnTo>
                  <a:pt x="5372101" y="0"/>
                </a:lnTo>
                <a:cubicBezTo>
                  <a:pt x="5414184" y="0"/>
                  <a:pt x="5448300" y="34116"/>
                  <a:pt x="5448300" y="76199"/>
                </a:cubicBezTo>
                <a:lnTo>
                  <a:pt x="5448300" y="609601"/>
                </a:lnTo>
                <a:cubicBezTo>
                  <a:pt x="5448300" y="651684"/>
                  <a:pt x="5414184" y="685800"/>
                  <a:pt x="5372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95325" y="2819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47625" y="0"/>
                </a:moveTo>
                <a:cubicBezTo>
                  <a:pt x="52894" y="0"/>
                  <a:pt x="57150" y="4256"/>
                  <a:pt x="57150" y="9525"/>
                </a:cubicBezTo>
                <a:lnTo>
                  <a:pt x="57150" y="19050"/>
                </a:lnTo>
                <a:lnTo>
                  <a:pt x="95250" y="19050"/>
                </a:lnTo>
                <a:cubicBezTo>
                  <a:pt x="100519" y="19050"/>
                  <a:pt x="104775" y="23306"/>
                  <a:pt x="104775" y="28575"/>
                </a:cubicBezTo>
                <a:cubicBezTo>
                  <a:pt x="104775" y="33844"/>
                  <a:pt x="100519" y="38100"/>
                  <a:pt x="95250" y="38100"/>
                </a:cubicBezTo>
                <a:lnTo>
                  <a:pt x="92393" y="38100"/>
                </a:lnTo>
                <a:lnTo>
                  <a:pt x="89892" y="44976"/>
                </a:lnTo>
                <a:cubicBezTo>
                  <a:pt x="85011" y="58430"/>
                  <a:pt x="77659" y="70723"/>
                  <a:pt x="68401" y="81290"/>
                </a:cubicBezTo>
                <a:cubicBezTo>
                  <a:pt x="72628" y="83909"/>
                  <a:pt x="77033" y="86231"/>
                  <a:pt x="81617" y="88285"/>
                </a:cubicBezTo>
                <a:lnTo>
                  <a:pt x="96619" y="94952"/>
                </a:lnTo>
                <a:lnTo>
                  <a:pt x="115133" y="53280"/>
                </a:lnTo>
                <a:cubicBezTo>
                  <a:pt x="116651" y="49828"/>
                  <a:pt x="120075" y="47625"/>
                  <a:pt x="123825" y="47625"/>
                </a:cubicBezTo>
                <a:cubicBezTo>
                  <a:pt x="127575" y="47625"/>
                  <a:pt x="130999" y="49828"/>
                  <a:pt x="132517" y="53280"/>
                </a:cubicBezTo>
                <a:lnTo>
                  <a:pt x="170617" y="139005"/>
                </a:lnTo>
                <a:cubicBezTo>
                  <a:pt x="172760" y="143828"/>
                  <a:pt x="170587" y="149453"/>
                  <a:pt x="165795" y="151567"/>
                </a:cubicBezTo>
                <a:cubicBezTo>
                  <a:pt x="161002" y="153680"/>
                  <a:pt x="155347" y="151537"/>
                  <a:pt x="153233" y="146745"/>
                </a:cubicBezTo>
                <a:lnTo>
                  <a:pt x="147280" y="133350"/>
                </a:lnTo>
                <a:lnTo>
                  <a:pt x="100399" y="133350"/>
                </a:lnTo>
                <a:lnTo>
                  <a:pt x="94446" y="146745"/>
                </a:lnTo>
                <a:cubicBezTo>
                  <a:pt x="92303" y="151567"/>
                  <a:pt x="86677" y="153710"/>
                  <a:pt x="81885" y="151567"/>
                </a:cubicBezTo>
                <a:cubicBezTo>
                  <a:pt x="77093" y="149423"/>
                  <a:pt x="74920" y="143798"/>
                  <a:pt x="77063" y="139005"/>
                </a:cubicBezTo>
                <a:lnTo>
                  <a:pt x="88910" y="112365"/>
                </a:lnTo>
                <a:lnTo>
                  <a:pt x="73908" y="105698"/>
                </a:lnTo>
                <a:cubicBezTo>
                  <a:pt x="67062" y="102662"/>
                  <a:pt x="60514" y="99030"/>
                  <a:pt x="54322" y="94863"/>
                </a:cubicBezTo>
                <a:cubicBezTo>
                  <a:pt x="47982" y="99983"/>
                  <a:pt x="41047" y="104448"/>
                  <a:pt x="33635" y="108168"/>
                </a:cubicBezTo>
                <a:lnTo>
                  <a:pt x="23306" y="113288"/>
                </a:lnTo>
                <a:cubicBezTo>
                  <a:pt x="18604" y="115639"/>
                  <a:pt x="12889" y="113734"/>
                  <a:pt x="10537" y="109031"/>
                </a:cubicBezTo>
                <a:cubicBezTo>
                  <a:pt x="8186" y="104329"/>
                  <a:pt x="10091" y="98614"/>
                  <a:pt x="14794" y="96262"/>
                </a:cubicBezTo>
                <a:lnTo>
                  <a:pt x="25063" y="91113"/>
                </a:lnTo>
                <a:cubicBezTo>
                  <a:pt x="29914" y="88672"/>
                  <a:pt x="34528" y="85844"/>
                  <a:pt x="38874" y="82689"/>
                </a:cubicBezTo>
                <a:cubicBezTo>
                  <a:pt x="34766" y="78909"/>
                  <a:pt x="30897" y="74831"/>
                  <a:pt x="27295" y="70515"/>
                </a:cubicBezTo>
                <a:lnTo>
                  <a:pt x="24289" y="66883"/>
                </a:lnTo>
                <a:cubicBezTo>
                  <a:pt x="20925" y="62835"/>
                  <a:pt x="21461" y="56823"/>
                  <a:pt x="25509" y="53459"/>
                </a:cubicBezTo>
                <a:cubicBezTo>
                  <a:pt x="29557" y="50096"/>
                  <a:pt x="35570" y="50631"/>
                  <a:pt x="38933" y="54679"/>
                </a:cubicBezTo>
                <a:lnTo>
                  <a:pt x="41970" y="58311"/>
                </a:lnTo>
                <a:cubicBezTo>
                  <a:pt x="45393" y="62448"/>
                  <a:pt x="49143" y="66288"/>
                  <a:pt x="53102" y="69830"/>
                </a:cubicBezTo>
                <a:cubicBezTo>
                  <a:pt x="61287" y="60781"/>
                  <a:pt x="67747" y="50155"/>
                  <a:pt x="72003" y="38457"/>
                </a:cubicBezTo>
                <a:lnTo>
                  <a:pt x="72152" y="38100"/>
                </a:lnTo>
                <a:lnTo>
                  <a:pt x="9555" y="38100"/>
                </a:lnTo>
                <a:cubicBezTo>
                  <a:pt x="4256" y="38100"/>
                  <a:pt x="0" y="33844"/>
                  <a:pt x="0" y="28575"/>
                </a:cubicBezTo>
                <a:cubicBezTo>
                  <a:pt x="0" y="23306"/>
                  <a:pt x="4256" y="19050"/>
                  <a:pt x="9525" y="19050"/>
                </a:cubicBezTo>
                <a:lnTo>
                  <a:pt x="38100" y="19050"/>
                </a:lnTo>
                <a:lnTo>
                  <a:pt x="38100" y="9525"/>
                </a:lnTo>
                <a:cubicBezTo>
                  <a:pt x="38100" y="4256"/>
                  <a:pt x="42356" y="0"/>
                  <a:pt x="47625" y="0"/>
                </a:cubicBezTo>
                <a:close/>
                <a:moveTo>
                  <a:pt x="123825" y="80605"/>
                </a:moveTo>
                <a:lnTo>
                  <a:pt x="108853" y="114300"/>
                </a:lnTo>
                <a:lnTo>
                  <a:pt x="138797" y="114300"/>
                </a:lnTo>
                <a:lnTo>
                  <a:pt x="123825" y="80605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278130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0480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 for diverse patient populations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429000"/>
            <a:ext cx="5448300" cy="685800"/>
          </a:xfrm>
          <a:custGeom>
            <a:avLst/>
            <a:gdLst/>
            <a:ahLst/>
            <a:cxnLst/>
            <a:rect l="l" t="t" r="r" b="b"/>
            <a:pathLst>
              <a:path w="5448300" h="685800">
                <a:moveTo>
                  <a:pt x="76199" y="0"/>
                </a:moveTo>
                <a:lnTo>
                  <a:pt x="5372101" y="0"/>
                </a:lnTo>
                <a:cubicBezTo>
                  <a:pt x="5414184" y="0"/>
                  <a:pt x="5448300" y="34116"/>
                  <a:pt x="5448300" y="76199"/>
                </a:cubicBezTo>
                <a:lnTo>
                  <a:pt x="5448300" y="609601"/>
                </a:lnTo>
                <a:cubicBezTo>
                  <a:pt x="5448300" y="651684"/>
                  <a:pt x="5414184" y="685800"/>
                  <a:pt x="5372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581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6349" y="2381"/>
                </a:moveTo>
                <a:cubicBezTo>
                  <a:pt x="96063" y="2381"/>
                  <a:pt x="112068" y="18386"/>
                  <a:pt x="112068" y="38100"/>
                </a:cubicBezTo>
                <a:cubicBezTo>
                  <a:pt x="112068" y="57814"/>
                  <a:pt x="96063" y="73819"/>
                  <a:pt x="76349" y="73819"/>
                </a:cubicBezTo>
                <a:cubicBezTo>
                  <a:pt x="56635" y="73819"/>
                  <a:pt x="40630" y="57814"/>
                  <a:pt x="40630" y="38100"/>
                </a:cubicBezTo>
                <a:cubicBezTo>
                  <a:pt x="40630" y="18386"/>
                  <a:pt x="56635" y="2381"/>
                  <a:pt x="76349" y="2381"/>
                </a:cubicBezTo>
                <a:close/>
                <a:moveTo>
                  <a:pt x="67479" y="90488"/>
                </a:moveTo>
                <a:lnTo>
                  <a:pt x="85159" y="90488"/>
                </a:lnTo>
                <a:lnTo>
                  <a:pt x="85606" y="90488"/>
                </a:lnTo>
                <a:cubicBezTo>
                  <a:pt x="81766" y="98465"/>
                  <a:pt x="83284" y="107811"/>
                  <a:pt x="89029" y="114151"/>
                </a:cubicBezTo>
                <a:cubicBezTo>
                  <a:pt x="83016" y="120789"/>
                  <a:pt x="81647" y="130760"/>
                  <a:pt x="86231" y="138976"/>
                </a:cubicBezTo>
                <a:lnTo>
                  <a:pt x="92928" y="151001"/>
                </a:lnTo>
                <a:cubicBezTo>
                  <a:pt x="93196" y="151477"/>
                  <a:pt x="93494" y="151954"/>
                  <a:pt x="93791" y="152400"/>
                </a:cubicBezTo>
                <a:lnTo>
                  <a:pt x="23247" y="152400"/>
                </a:lnTo>
                <a:cubicBezTo>
                  <a:pt x="18365" y="152400"/>
                  <a:pt x="14407" y="148441"/>
                  <a:pt x="14407" y="143560"/>
                </a:cubicBezTo>
                <a:cubicBezTo>
                  <a:pt x="14407" y="114240"/>
                  <a:pt x="38160" y="90487"/>
                  <a:pt x="67479" y="90487"/>
                </a:cubicBezTo>
                <a:close/>
                <a:moveTo>
                  <a:pt x="128766" y="73700"/>
                </a:moveTo>
                <a:cubicBezTo>
                  <a:pt x="128766" y="69741"/>
                  <a:pt x="131951" y="66556"/>
                  <a:pt x="135910" y="66556"/>
                </a:cubicBezTo>
                <a:lnTo>
                  <a:pt x="150197" y="66556"/>
                </a:lnTo>
                <a:cubicBezTo>
                  <a:pt x="154156" y="66556"/>
                  <a:pt x="157341" y="69741"/>
                  <a:pt x="157341" y="73700"/>
                </a:cubicBezTo>
                <a:lnTo>
                  <a:pt x="157341" y="75515"/>
                </a:lnTo>
                <a:cubicBezTo>
                  <a:pt x="157341" y="81141"/>
                  <a:pt x="164515" y="85279"/>
                  <a:pt x="169396" y="82481"/>
                </a:cubicBezTo>
                <a:lnTo>
                  <a:pt x="170884" y="81617"/>
                </a:lnTo>
                <a:cubicBezTo>
                  <a:pt x="174337" y="79623"/>
                  <a:pt x="178772" y="80843"/>
                  <a:pt x="180707" y="84326"/>
                </a:cubicBezTo>
                <a:lnTo>
                  <a:pt x="187375" y="96292"/>
                </a:lnTo>
                <a:cubicBezTo>
                  <a:pt x="189220" y="99626"/>
                  <a:pt x="188149" y="103793"/>
                  <a:pt x="184934" y="105817"/>
                </a:cubicBezTo>
                <a:lnTo>
                  <a:pt x="183535" y="106680"/>
                </a:lnTo>
                <a:cubicBezTo>
                  <a:pt x="178713" y="109686"/>
                  <a:pt x="178713" y="118556"/>
                  <a:pt x="183535" y="121593"/>
                </a:cubicBezTo>
                <a:lnTo>
                  <a:pt x="184904" y="122456"/>
                </a:lnTo>
                <a:cubicBezTo>
                  <a:pt x="188119" y="124480"/>
                  <a:pt x="189220" y="128647"/>
                  <a:pt x="187375" y="131981"/>
                </a:cubicBezTo>
                <a:lnTo>
                  <a:pt x="180677" y="144006"/>
                </a:lnTo>
                <a:cubicBezTo>
                  <a:pt x="178743" y="147489"/>
                  <a:pt x="174308" y="148739"/>
                  <a:pt x="170855" y="146715"/>
                </a:cubicBezTo>
                <a:lnTo>
                  <a:pt x="169396" y="145852"/>
                </a:lnTo>
                <a:cubicBezTo>
                  <a:pt x="164515" y="143024"/>
                  <a:pt x="157341" y="147191"/>
                  <a:pt x="157341" y="152817"/>
                </a:cubicBezTo>
                <a:lnTo>
                  <a:pt x="157341" y="154632"/>
                </a:lnTo>
                <a:cubicBezTo>
                  <a:pt x="157341" y="158591"/>
                  <a:pt x="154156" y="161776"/>
                  <a:pt x="150197" y="161776"/>
                </a:cubicBezTo>
                <a:lnTo>
                  <a:pt x="135910" y="161776"/>
                </a:lnTo>
                <a:cubicBezTo>
                  <a:pt x="131951" y="161776"/>
                  <a:pt x="128766" y="158591"/>
                  <a:pt x="128766" y="154632"/>
                </a:cubicBezTo>
                <a:lnTo>
                  <a:pt x="128766" y="152876"/>
                </a:lnTo>
                <a:cubicBezTo>
                  <a:pt x="128766" y="147221"/>
                  <a:pt x="121563" y="143054"/>
                  <a:pt x="116651" y="145881"/>
                </a:cubicBezTo>
                <a:lnTo>
                  <a:pt x="115223" y="146715"/>
                </a:lnTo>
                <a:cubicBezTo>
                  <a:pt x="111770" y="148709"/>
                  <a:pt x="107365" y="147489"/>
                  <a:pt x="105400" y="144006"/>
                </a:cubicBezTo>
                <a:lnTo>
                  <a:pt x="98673" y="131981"/>
                </a:lnTo>
                <a:cubicBezTo>
                  <a:pt x="96828" y="128647"/>
                  <a:pt x="97899" y="124450"/>
                  <a:pt x="101144" y="122426"/>
                </a:cubicBezTo>
                <a:lnTo>
                  <a:pt x="102453" y="121622"/>
                </a:lnTo>
                <a:cubicBezTo>
                  <a:pt x="107305" y="118616"/>
                  <a:pt x="107305" y="109686"/>
                  <a:pt x="102453" y="106680"/>
                </a:cubicBezTo>
                <a:lnTo>
                  <a:pt x="101114" y="105847"/>
                </a:lnTo>
                <a:cubicBezTo>
                  <a:pt x="97869" y="103823"/>
                  <a:pt x="96798" y="99626"/>
                  <a:pt x="98643" y="96292"/>
                </a:cubicBezTo>
                <a:lnTo>
                  <a:pt x="105341" y="84296"/>
                </a:lnTo>
                <a:cubicBezTo>
                  <a:pt x="107275" y="80814"/>
                  <a:pt x="111710" y="79593"/>
                  <a:pt x="115133" y="81588"/>
                </a:cubicBezTo>
                <a:lnTo>
                  <a:pt x="116562" y="82421"/>
                </a:lnTo>
                <a:cubicBezTo>
                  <a:pt x="121474" y="85249"/>
                  <a:pt x="128677" y="81082"/>
                  <a:pt x="128677" y="75426"/>
                </a:cubicBezTo>
                <a:lnTo>
                  <a:pt x="128677" y="73670"/>
                </a:lnTo>
                <a:close/>
                <a:moveTo>
                  <a:pt x="158502" y="114240"/>
                </a:moveTo>
                <a:cubicBezTo>
                  <a:pt x="158502" y="105698"/>
                  <a:pt x="151566" y="98762"/>
                  <a:pt x="143024" y="98762"/>
                </a:cubicBezTo>
                <a:cubicBezTo>
                  <a:pt x="134481" y="98762"/>
                  <a:pt x="127546" y="105698"/>
                  <a:pt x="127546" y="114240"/>
                </a:cubicBezTo>
                <a:cubicBezTo>
                  <a:pt x="127546" y="122783"/>
                  <a:pt x="134481" y="129719"/>
                  <a:pt x="143024" y="129719"/>
                </a:cubicBezTo>
                <a:cubicBezTo>
                  <a:pt x="151566" y="129719"/>
                  <a:pt x="158502" y="122783"/>
                  <a:pt x="158502" y="11424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35433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Recommendations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8100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 individual medical history and preferences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4191000"/>
            <a:ext cx="5448300" cy="685800"/>
          </a:xfrm>
          <a:custGeom>
            <a:avLst/>
            <a:gdLst/>
            <a:ahLst/>
            <a:cxnLst/>
            <a:rect l="l" t="t" r="r" b="b"/>
            <a:pathLst>
              <a:path w="5448300" h="685800">
                <a:moveTo>
                  <a:pt x="76199" y="0"/>
                </a:moveTo>
                <a:lnTo>
                  <a:pt x="5372101" y="0"/>
                </a:lnTo>
                <a:cubicBezTo>
                  <a:pt x="5414184" y="0"/>
                  <a:pt x="5448300" y="34116"/>
                  <a:pt x="5448300" y="76199"/>
                </a:cubicBezTo>
                <a:lnTo>
                  <a:pt x="5448300" y="609601"/>
                </a:lnTo>
                <a:cubicBezTo>
                  <a:pt x="5448300" y="651684"/>
                  <a:pt x="5414184" y="685800"/>
                  <a:pt x="5372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850" y="434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43053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45720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escalation protocols for urgent cases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4953000"/>
            <a:ext cx="5448300" cy="685800"/>
          </a:xfrm>
          <a:custGeom>
            <a:avLst/>
            <a:gdLst/>
            <a:ahLst/>
            <a:cxnLst/>
            <a:rect l="l" t="t" r="r" b="b"/>
            <a:pathLst>
              <a:path w="5448300" h="685800">
                <a:moveTo>
                  <a:pt x="76199" y="0"/>
                </a:moveTo>
                <a:lnTo>
                  <a:pt x="5372101" y="0"/>
                </a:lnTo>
                <a:cubicBezTo>
                  <a:pt x="5414184" y="0"/>
                  <a:pt x="5448300" y="34116"/>
                  <a:pt x="5448300" y="76199"/>
                </a:cubicBezTo>
                <a:lnTo>
                  <a:pt x="5448300" y="609601"/>
                </a:lnTo>
                <a:cubicBezTo>
                  <a:pt x="5448300" y="651684"/>
                  <a:pt x="5414184" y="685800"/>
                  <a:pt x="5372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95325" y="5105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669" y="67151"/>
                </a:moveTo>
                <a:lnTo>
                  <a:pt x="9644" y="88166"/>
                </a:lnTo>
                <a:lnTo>
                  <a:pt x="9644" y="28575"/>
                </a:lnTo>
                <a:cubicBezTo>
                  <a:pt x="9644" y="18068"/>
                  <a:pt x="18187" y="9525"/>
                  <a:pt x="28694" y="9525"/>
                </a:cubicBezTo>
                <a:lnTo>
                  <a:pt x="69979" y="9525"/>
                </a:lnTo>
                <a:cubicBezTo>
                  <a:pt x="74087" y="9525"/>
                  <a:pt x="78105" y="10864"/>
                  <a:pt x="81409" y="13335"/>
                </a:cubicBezTo>
                <a:lnTo>
                  <a:pt x="92839" y="21908"/>
                </a:lnTo>
                <a:cubicBezTo>
                  <a:pt x="94476" y="23158"/>
                  <a:pt x="96500" y="23813"/>
                  <a:pt x="98554" y="23813"/>
                </a:cubicBezTo>
                <a:lnTo>
                  <a:pt x="133469" y="23813"/>
                </a:lnTo>
                <a:cubicBezTo>
                  <a:pt x="143976" y="23813"/>
                  <a:pt x="152519" y="32355"/>
                  <a:pt x="152519" y="42863"/>
                </a:cubicBezTo>
                <a:lnTo>
                  <a:pt x="152519" y="47625"/>
                </a:lnTo>
                <a:lnTo>
                  <a:pt x="43755" y="47625"/>
                </a:lnTo>
                <a:cubicBezTo>
                  <a:pt x="31462" y="47625"/>
                  <a:pt x="20538" y="55483"/>
                  <a:pt x="16639" y="67151"/>
                </a:cubicBezTo>
                <a:close/>
                <a:moveTo>
                  <a:pt x="142220" y="133350"/>
                </a:moveTo>
                <a:lnTo>
                  <a:pt x="29468" y="133350"/>
                </a:lnTo>
                <a:cubicBezTo>
                  <a:pt x="19705" y="133350"/>
                  <a:pt x="12829" y="123795"/>
                  <a:pt x="15925" y="114538"/>
                </a:cubicBezTo>
                <a:lnTo>
                  <a:pt x="30212" y="71676"/>
                </a:lnTo>
                <a:cubicBezTo>
                  <a:pt x="32147" y="65842"/>
                  <a:pt x="37624" y="61912"/>
                  <a:pt x="43755" y="61912"/>
                </a:cubicBezTo>
                <a:lnTo>
                  <a:pt x="156508" y="61912"/>
                </a:lnTo>
                <a:cubicBezTo>
                  <a:pt x="166271" y="61912"/>
                  <a:pt x="173147" y="71467"/>
                  <a:pt x="170051" y="80724"/>
                </a:cubicBezTo>
                <a:lnTo>
                  <a:pt x="155764" y="123587"/>
                </a:lnTo>
                <a:cubicBezTo>
                  <a:pt x="153829" y="129421"/>
                  <a:pt x="148352" y="133350"/>
                  <a:pt x="142220" y="13335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506730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EHR Integration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53340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responses with patient record access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" y="5715000"/>
            <a:ext cx="5448300" cy="685800"/>
          </a:xfrm>
          <a:custGeom>
            <a:avLst/>
            <a:gdLst/>
            <a:ahLst/>
            <a:cxnLst/>
            <a:rect l="l" t="t" r="r" b="b"/>
            <a:pathLst>
              <a:path w="5448300" h="685800">
                <a:moveTo>
                  <a:pt x="76199" y="0"/>
                </a:moveTo>
                <a:lnTo>
                  <a:pt x="5372101" y="0"/>
                </a:lnTo>
                <a:cubicBezTo>
                  <a:pt x="5414184" y="0"/>
                  <a:pt x="5448300" y="34116"/>
                  <a:pt x="5448300" y="76199"/>
                </a:cubicBezTo>
                <a:lnTo>
                  <a:pt x="5448300" y="609601"/>
                </a:lnTo>
                <a:cubicBezTo>
                  <a:pt x="5448300" y="651684"/>
                  <a:pt x="5414184" y="685800"/>
                  <a:pt x="5372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85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58293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" y="60960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 through data insights</a:t>
            </a:r>
            <a:endParaRPr lang="en-US" sz="1600" dirty="0"/>
          </a:p>
        </p:txBody>
      </p:sp>
      <p:pic>
        <p:nvPicPr>
          <p:cNvPr id="33" name="Image 0" descr="https://kimi-web-img.moonshot.cn/img/acropolium.com/bbc6706f56edb34d473b18c2b2ac6cd9e01e93d3.jpg">    </p:cNvPr>
          <p:cNvPicPr>
            <a:picLocks noChangeAspect="1"/>
          </p:cNvPicPr>
          <p:nvPr/>
        </p:nvPicPr>
        <p:blipFill>
          <a:blip r:embed="rId1"/>
          <a:srcRect l="0" r="0" t="23893" b="23893"/>
          <a:stretch/>
        </p:blipFill>
        <p:spPr>
          <a:xfrm>
            <a:off x="6362700" y="1371600"/>
            <a:ext cx="5448300" cy="1828800"/>
          </a:xfrm>
          <a:prstGeom prst="roundRect">
            <a:avLst>
              <a:gd name="adj" fmla="val 6250"/>
            </a:avLst>
          </a:prstGeom>
        </p:spPr>
      </p:pic>
      <p:sp>
        <p:nvSpPr>
          <p:cNvPr id="34" name="Shape 31"/>
          <p:cNvSpPr/>
          <p:nvPr/>
        </p:nvSpPr>
        <p:spPr>
          <a:xfrm>
            <a:off x="6362700" y="3352800"/>
            <a:ext cx="5448300" cy="3200400"/>
          </a:xfrm>
          <a:custGeom>
            <a:avLst/>
            <a:gdLst/>
            <a:ahLst/>
            <a:cxnLst/>
            <a:rect l="l" t="t" r="r" b="b"/>
            <a:pathLst>
              <a:path w="5448300" h="3200400">
                <a:moveTo>
                  <a:pt x="114286" y="0"/>
                </a:moveTo>
                <a:lnTo>
                  <a:pt x="5334014" y="0"/>
                </a:lnTo>
                <a:cubicBezTo>
                  <a:pt x="5397132" y="0"/>
                  <a:pt x="5448300" y="51168"/>
                  <a:pt x="5448300" y="114286"/>
                </a:cubicBezTo>
                <a:lnTo>
                  <a:pt x="5448300" y="3086114"/>
                </a:lnTo>
                <a:cubicBezTo>
                  <a:pt x="5448300" y="3149232"/>
                  <a:pt x="5397132" y="3200400"/>
                  <a:pt x="5334014" y="3200400"/>
                </a:cubicBezTo>
                <a:lnTo>
                  <a:pt x="114286" y="3200400"/>
                </a:lnTo>
                <a:cubicBezTo>
                  <a:pt x="51168" y="3200400"/>
                  <a:pt x="0" y="3149232"/>
                  <a:pt x="0" y="3086114"/>
                </a:cubicBezTo>
                <a:lnTo>
                  <a:pt x="0" y="114286"/>
                </a:lnTo>
                <a:cubicBezTo>
                  <a:pt x="0" y="51210"/>
                  <a:pt x="51210" y="0"/>
                  <a:pt x="114286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527006" y="3543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3"/>
          <p:cNvSpPr/>
          <p:nvPr/>
        </p:nvSpPr>
        <p:spPr>
          <a:xfrm>
            <a:off x="6753225" y="35052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15100" y="3886200"/>
            <a:ext cx="5143500" cy="571500"/>
          </a:xfrm>
          <a:custGeom>
            <a:avLst/>
            <a:gdLst/>
            <a:ahLst/>
            <a:cxnLst/>
            <a:rect l="l" t="t" r="r" b="b"/>
            <a:pathLst>
              <a:path w="5143500" h="571500">
                <a:moveTo>
                  <a:pt x="76198" y="0"/>
                </a:moveTo>
                <a:lnTo>
                  <a:pt x="5067302" y="0"/>
                </a:lnTo>
                <a:cubicBezTo>
                  <a:pt x="5109385" y="0"/>
                  <a:pt x="5143500" y="34115"/>
                  <a:pt x="5143500" y="76198"/>
                </a:cubicBezTo>
                <a:lnTo>
                  <a:pt x="5143500" y="495302"/>
                </a:lnTo>
                <a:cubicBezTo>
                  <a:pt x="5143500" y="537385"/>
                  <a:pt x="5109385" y="571500"/>
                  <a:pt x="50673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61035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6"/>
          <p:cNvSpPr/>
          <p:nvPr/>
        </p:nvSpPr>
        <p:spPr>
          <a:xfrm>
            <a:off x="6858000" y="3962400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Wait Times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858000" y="4191000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responses eliminate long waiting periods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515100" y="4533900"/>
            <a:ext cx="5143500" cy="571500"/>
          </a:xfrm>
          <a:custGeom>
            <a:avLst/>
            <a:gdLst/>
            <a:ahLst/>
            <a:cxnLst/>
            <a:rect l="l" t="t" r="r" b="b"/>
            <a:pathLst>
              <a:path w="5143500" h="571500">
                <a:moveTo>
                  <a:pt x="76198" y="0"/>
                </a:moveTo>
                <a:lnTo>
                  <a:pt x="5067302" y="0"/>
                </a:lnTo>
                <a:cubicBezTo>
                  <a:pt x="5109385" y="0"/>
                  <a:pt x="5143500" y="34115"/>
                  <a:pt x="5143500" y="76198"/>
                </a:cubicBezTo>
                <a:lnTo>
                  <a:pt x="5143500" y="495302"/>
                </a:lnTo>
                <a:cubicBezTo>
                  <a:pt x="5143500" y="537385"/>
                  <a:pt x="5109385" y="571500"/>
                  <a:pt x="50673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610350" y="4648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0"/>
          <p:cNvSpPr/>
          <p:nvPr/>
        </p:nvSpPr>
        <p:spPr>
          <a:xfrm>
            <a:off x="6858000" y="461010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Patient Engagement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858000" y="4838700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communication and support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515100" y="5181600"/>
            <a:ext cx="5143500" cy="571500"/>
          </a:xfrm>
          <a:custGeom>
            <a:avLst/>
            <a:gdLst/>
            <a:ahLst/>
            <a:cxnLst/>
            <a:rect l="l" t="t" r="r" b="b"/>
            <a:pathLst>
              <a:path w="5143500" h="571500">
                <a:moveTo>
                  <a:pt x="76198" y="0"/>
                </a:moveTo>
                <a:lnTo>
                  <a:pt x="5067302" y="0"/>
                </a:lnTo>
                <a:cubicBezTo>
                  <a:pt x="5109385" y="0"/>
                  <a:pt x="5143500" y="34115"/>
                  <a:pt x="5143500" y="76198"/>
                </a:cubicBezTo>
                <a:lnTo>
                  <a:pt x="5143500" y="495302"/>
                </a:lnTo>
                <a:cubicBezTo>
                  <a:pt x="5143500" y="537385"/>
                  <a:pt x="5109385" y="571500"/>
                  <a:pt x="50673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610350" y="5295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Text 44"/>
          <p:cNvSpPr/>
          <p:nvPr/>
        </p:nvSpPr>
        <p:spPr>
          <a:xfrm>
            <a:off x="6858000" y="5257800"/>
            <a:ext cx="235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Decreased Administrative Burden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858000" y="548640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handling of routine inquiries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5950" y="19812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114300" y="57150"/>
                </a:moveTo>
                <a:cubicBezTo>
                  <a:pt x="51256" y="57150"/>
                  <a:pt x="0" y="108406"/>
                  <a:pt x="0" y="171450"/>
                </a:cubicBezTo>
                <a:lnTo>
                  <a:pt x="0" y="742950"/>
                </a:lnTo>
                <a:cubicBezTo>
                  <a:pt x="0" y="805994"/>
                  <a:pt x="51256" y="857250"/>
                  <a:pt x="114300" y="857250"/>
                </a:cubicBezTo>
                <a:lnTo>
                  <a:pt x="685800" y="857250"/>
                </a:lnTo>
                <a:cubicBezTo>
                  <a:pt x="748844" y="857250"/>
                  <a:pt x="800100" y="805994"/>
                  <a:pt x="800100" y="742950"/>
                </a:cubicBezTo>
                <a:lnTo>
                  <a:pt x="800100" y="171450"/>
                </a:lnTo>
                <a:cubicBezTo>
                  <a:pt x="800100" y="108406"/>
                  <a:pt x="748844" y="57150"/>
                  <a:pt x="685800" y="57150"/>
                </a:cubicBezTo>
                <a:lnTo>
                  <a:pt x="114300" y="57150"/>
                </a:lnTo>
                <a:close/>
                <a:moveTo>
                  <a:pt x="228600" y="200025"/>
                </a:moveTo>
                <a:cubicBezTo>
                  <a:pt x="275913" y="200025"/>
                  <a:pt x="314325" y="238437"/>
                  <a:pt x="314325" y="285750"/>
                </a:cubicBezTo>
                <a:cubicBezTo>
                  <a:pt x="314325" y="333063"/>
                  <a:pt x="275913" y="371475"/>
                  <a:pt x="228600" y="371475"/>
                </a:cubicBezTo>
                <a:cubicBezTo>
                  <a:pt x="181287" y="371475"/>
                  <a:pt x="142875" y="333063"/>
                  <a:pt x="142875" y="285750"/>
                </a:cubicBezTo>
                <a:cubicBezTo>
                  <a:pt x="142875" y="238437"/>
                  <a:pt x="181287" y="200025"/>
                  <a:pt x="228600" y="200025"/>
                </a:cubicBezTo>
                <a:close/>
                <a:moveTo>
                  <a:pt x="485775" y="400050"/>
                </a:moveTo>
                <a:cubicBezTo>
                  <a:pt x="500777" y="400050"/>
                  <a:pt x="514529" y="407908"/>
                  <a:pt x="522387" y="420588"/>
                </a:cubicBezTo>
                <a:lnTo>
                  <a:pt x="679549" y="677763"/>
                </a:lnTo>
                <a:cubicBezTo>
                  <a:pt x="687586" y="690979"/>
                  <a:pt x="687943" y="707588"/>
                  <a:pt x="680442" y="721162"/>
                </a:cubicBezTo>
                <a:cubicBezTo>
                  <a:pt x="672941" y="734735"/>
                  <a:pt x="658475" y="742950"/>
                  <a:pt x="642938" y="742950"/>
                </a:cubicBezTo>
                <a:lnTo>
                  <a:pt x="157163" y="742950"/>
                </a:lnTo>
                <a:cubicBezTo>
                  <a:pt x="141268" y="742950"/>
                  <a:pt x="126444" y="734020"/>
                  <a:pt x="119122" y="719911"/>
                </a:cubicBezTo>
                <a:cubicBezTo>
                  <a:pt x="111800" y="705803"/>
                  <a:pt x="112871" y="688658"/>
                  <a:pt x="121980" y="675620"/>
                </a:cubicBezTo>
                <a:lnTo>
                  <a:pt x="221992" y="532745"/>
                </a:lnTo>
                <a:cubicBezTo>
                  <a:pt x="230029" y="521315"/>
                  <a:pt x="243066" y="514529"/>
                  <a:pt x="257175" y="514529"/>
                </a:cubicBezTo>
                <a:cubicBezTo>
                  <a:pt x="271284" y="514529"/>
                  <a:pt x="284321" y="521315"/>
                  <a:pt x="292358" y="532745"/>
                </a:cubicBezTo>
                <a:lnTo>
                  <a:pt x="339507" y="600254"/>
                </a:lnTo>
                <a:lnTo>
                  <a:pt x="449163" y="420767"/>
                </a:lnTo>
                <a:cubicBezTo>
                  <a:pt x="457021" y="408087"/>
                  <a:pt x="470773" y="400229"/>
                  <a:pt x="485775" y="400229"/>
                </a:cubicBez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592354" y="3276600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Placeholder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49504" y="4152900"/>
            <a:ext cx="4895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9029" y="4609988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screenshot or diagram here</a:t>
            </a:r>
            <a:endParaRPr lang="en-US" sz="1600" dirty="0"/>
          </a:p>
        </p:txBody>
      </p:sp>
      <p:pic>
        <p:nvPicPr>
          <p:cNvPr id="7" name="Image 0" descr="https://kimi-img.moonshot.cn/pub/slides/26-02-19-04:26:03-d6b20mue8aipg94nolv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567" y="728870"/>
            <a:ext cx="9008867" cy="6129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6087" y="180009"/>
            <a:ext cx="331626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website 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5950" y="19812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114300" y="57150"/>
                </a:moveTo>
                <a:cubicBezTo>
                  <a:pt x="51256" y="57150"/>
                  <a:pt x="0" y="108406"/>
                  <a:pt x="0" y="171450"/>
                </a:cubicBezTo>
                <a:lnTo>
                  <a:pt x="0" y="742950"/>
                </a:lnTo>
                <a:cubicBezTo>
                  <a:pt x="0" y="805994"/>
                  <a:pt x="51256" y="857250"/>
                  <a:pt x="114300" y="857250"/>
                </a:cubicBezTo>
                <a:lnTo>
                  <a:pt x="685800" y="857250"/>
                </a:lnTo>
                <a:cubicBezTo>
                  <a:pt x="748844" y="857250"/>
                  <a:pt x="800100" y="805994"/>
                  <a:pt x="800100" y="742950"/>
                </a:cubicBezTo>
                <a:lnTo>
                  <a:pt x="800100" y="171450"/>
                </a:lnTo>
                <a:cubicBezTo>
                  <a:pt x="800100" y="108406"/>
                  <a:pt x="748844" y="57150"/>
                  <a:pt x="685800" y="57150"/>
                </a:cubicBezTo>
                <a:lnTo>
                  <a:pt x="114300" y="57150"/>
                </a:lnTo>
                <a:close/>
                <a:moveTo>
                  <a:pt x="228600" y="200025"/>
                </a:moveTo>
                <a:cubicBezTo>
                  <a:pt x="275913" y="200025"/>
                  <a:pt x="314325" y="238437"/>
                  <a:pt x="314325" y="285750"/>
                </a:cubicBezTo>
                <a:cubicBezTo>
                  <a:pt x="314325" y="333063"/>
                  <a:pt x="275913" y="371475"/>
                  <a:pt x="228600" y="371475"/>
                </a:cubicBezTo>
                <a:cubicBezTo>
                  <a:pt x="181287" y="371475"/>
                  <a:pt x="142875" y="333063"/>
                  <a:pt x="142875" y="285750"/>
                </a:cubicBezTo>
                <a:cubicBezTo>
                  <a:pt x="142875" y="238437"/>
                  <a:pt x="181287" y="200025"/>
                  <a:pt x="228600" y="200025"/>
                </a:cubicBezTo>
                <a:close/>
                <a:moveTo>
                  <a:pt x="485775" y="400050"/>
                </a:moveTo>
                <a:cubicBezTo>
                  <a:pt x="500777" y="400050"/>
                  <a:pt x="514529" y="407908"/>
                  <a:pt x="522387" y="420588"/>
                </a:cubicBezTo>
                <a:lnTo>
                  <a:pt x="679549" y="677763"/>
                </a:lnTo>
                <a:cubicBezTo>
                  <a:pt x="687586" y="690979"/>
                  <a:pt x="687943" y="707588"/>
                  <a:pt x="680442" y="721162"/>
                </a:cubicBezTo>
                <a:cubicBezTo>
                  <a:pt x="672941" y="734735"/>
                  <a:pt x="658475" y="742950"/>
                  <a:pt x="642938" y="742950"/>
                </a:cubicBezTo>
                <a:lnTo>
                  <a:pt x="157163" y="742950"/>
                </a:lnTo>
                <a:cubicBezTo>
                  <a:pt x="141268" y="742950"/>
                  <a:pt x="126444" y="734020"/>
                  <a:pt x="119122" y="719911"/>
                </a:cubicBezTo>
                <a:cubicBezTo>
                  <a:pt x="111800" y="705803"/>
                  <a:pt x="112871" y="688658"/>
                  <a:pt x="121980" y="675620"/>
                </a:cubicBezTo>
                <a:lnTo>
                  <a:pt x="221992" y="532745"/>
                </a:lnTo>
                <a:cubicBezTo>
                  <a:pt x="230029" y="521315"/>
                  <a:pt x="243066" y="514529"/>
                  <a:pt x="257175" y="514529"/>
                </a:cubicBezTo>
                <a:cubicBezTo>
                  <a:pt x="271284" y="514529"/>
                  <a:pt x="284321" y="521315"/>
                  <a:pt x="292358" y="532745"/>
                </a:cubicBezTo>
                <a:lnTo>
                  <a:pt x="339507" y="600254"/>
                </a:lnTo>
                <a:lnTo>
                  <a:pt x="449163" y="420767"/>
                </a:lnTo>
                <a:cubicBezTo>
                  <a:pt x="457021" y="408087"/>
                  <a:pt x="470773" y="400229"/>
                  <a:pt x="485775" y="400229"/>
                </a:cubicBez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592354" y="3276600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Placeholder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49504" y="4152900"/>
            <a:ext cx="4895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9029" y="4609988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screenshot or diagram here</a:t>
            </a:r>
            <a:endParaRPr lang="en-US" sz="1600" dirty="0"/>
          </a:p>
        </p:txBody>
      </p:sp>
      <p:pic>
        <p:nvPicPr>
          <p:cNvPr id="7" name="Image 0" descr="https://kimi-img.moonshot.cn/pub/slides/26-02-19-04:26:26-d6b20sm4t3ohumo9i8o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9" y="0"/>
            <a:ext cx="12058022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5950" y="19812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114300" y="57150"/>
                </a:moveTo>
                <a:cubicBezTo>
                  <a:pt x="51256" y="57150"/>
                  <a:pt x="0" y="108406"/>
                  <a:pt x="0" y="171450"/>
                </a:cubicBezTo>
                <a:lnTo>
                  <a:pt x="0" y="742950"/>
                </a:lnTo>
                <a:cubicBezTo>
                  <a:pt x="0" y="805994"/>
                  <a:pt x="51256" y="857250"/>
                  <a:pt x="114300" y="857250"/>
                </a:cubicBezTo>
                <a:lnTo>
                  <a:pt x="685800" y="857250"/>
                </a:lnTo>
                <a:cubicBezTo>
                  <a:pt x="748844" y="857250"/>
                  <a:pt x="800100" y="805994"/>
                  <a:pt x="800100" y="742950"/>
                </a:cubicBezTo>
                <a:lnTo>
                  <a:pt x="800100" y="171450"/>
                </a:lnTo>
                <a:cubicBezTo>
                  <a:pt x="800100" y="108406"/>
                  <a:pt x="748844" y="57150"/>
                  <a:pt x="685800" y="57150"/>
                </a:cubicBezTo>
                <a:lnTo>
                  <a:pt x="114300" y="57150"/>
                </a:lnTo>
                <a:close/>
                <a:moveTo>
                  <a:pt x="228600" y="200025"/>
                </a:moveTo>
                <a:cubicBezTo>
                  <a:pt x="275913" y="200025"/>
                  <a:pt x="314325" y="238437"/>
                  <a:pt x="314325" y="285750"/>
                </a:cubicBezTo>
                <a:cubicBezTo>
                  <a:pt x="314325" y="333063"/>
                  <a:pt x="275913" y="371475"/>
                  <a:pt x="228600" y="371475"/>
                </a:cubicBezTo>
                <a:cubicBezTo>
                  <a:pt x="181287" y="371475"/>
                  <a:pt x="142875" y="333063"/>
                  <a:pt x="142875" y="285750"/>
                </a:cubicBezTo>
                <a:cubicBezTo>
                  <a:pt x="142875" y="238437"/>
                  <a:pt x="181287" y="200025"/>
                  <a:pt x="228600" y="200025"/>
                </a:cubicBezTo>
                <a:close/>
                <a:moveTo>
                  <a:pt x="485775" y="400050"/>
                </a:moveTo>
                <a:cubicBezTo>
                  <a:pt x="500777" y="400050"/>
                  <a:pt x="514529" y="407908"/>
                  <a:pt x="522387" y="420588"/>
                </a:cubicBezTo>
                <a:lnTo>
                  <a:pt x="679549" y="677763"/>
                </a:lnTo>
                <a:cubicBezTo>
                  <a:pt x="687586" y="690979"/>
                  <a:pt x="687943" y="707588"/>
                  <a:pt x="680442" y="721162"/>
                </a:cubicBezTo>
                <a:cubicBezTo>
                  <a:pt x="672941" y="734735"/>
                  <a:pt x="658475" y="742950"/>
                  <a:pt x="642938" y="742950"/>
                </a:cubicBezTo>
                <a:lnTo>
                  <a:pt x="157163" y="742950"/>
                </a:lnTo>
                <a:cubicBezTo>
                  <a:pt x="141268" y="742950"/>
                  <a:pt x="126444" y="734020"/>
                  <a:pt x="119122" y="719911"/>
                </a:cubicBezTo>
                <a:cubicBezTo>
                  <a:pt x="111800" y="705803"/>
                  <a:pt x="112871" y="688658"/>
                  <a:pt x="121980" y="675620"/>
                </a:cubicBezTo>
                <a:lnTo>
                  <a:pt x="221992" y="532745"/>
                </a:lnTo>
                <a:cubicBezTo>
                  <a:pt x="230029" y="521315"/>
                  <a:pt x="243066" y="514529"/>
                  <a:pt x="257175" y="514529"/>
                </a:cubicBezTo>
                <a:cubicBezTo>
                  <a:pt x="271284" y="514529"/>
                  <a:pt x="284321" y="521315"/>
                  <a:pt x="292358" y="532745"/>
                </a:cubicBezTo>
                <a:lnTo>
                  <a:pt x="339507" y="600254"/>
                </a:lnTo>
                <a:lnTo>
                  <a:pt x="449163" y="420767"/>
                </a:lnTo>
                <a:cubicBezTo>
                  <a:pt x="457021" y="408087"/>
                  <a:pt x="470773" y="400229"/>
                  <a:pt x="485775" y="400229"/>
                </a:cubicBez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592354" y="3276600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Placeholder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49504" y="4152900"/>
            <a:ext cx="4895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9029" y="4609988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screenshot or diagram here</a:t>
            </a:r>
            <a:endParaRPr lang="en-US" sz="1600" dirty="0"/>
          </a:p>
        </p:txBody>
      </p:sp>
      <p:pic>
        <p:nvPicPr>
          <p:cNvPr id="7" name="Image 0" descr="https://kimi-img.moonshot.cn/pub/slides/26-02-19-04:26:39-d6b20vrv466tdh8t17g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7" y="0"/>
            <a:ext cx="12164967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5950" y="19812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114300" y="57150"/>
                </a:moveTo>
                <a:cubicBezTo>
                  <a:pt x="51256" y="57150"/>
                  <a:pt x="0" y="108406"/>
                  <a:pt x="0" y="171450"/>
                </a:cubicBezTo>
                <a:lnTo>
                  <a:pt x="0" y="742950"/>
                </a:lnTo>
                <a:cubicBezTo>
                  <a:pt x="0" y="805994"/>
                  <a:pt x="51256" y="857250"/>
                  <a:pt x="114300" y="857250"/>
                </a:cubicBezTo>
                <a:lnTo>
                  <a:pt x="685800" y="857250"/>
                </a:lnTo>
                <a:cubicBezTo>
                  <a:pt x="748844" y="857250"/>
                  <a:pt x="800100" y="805994"/>
                  <a:pt x="800100" y="742950"/>
                </a:cubicBezTo>
                <a:lnTo>
                  <a:pt x="800100" y="171450"/>
                </a:lnTo>
                <a:cubicBezTo>
                  <a:pt x="800100" y="108406"/>
                  <a:pt x="748844" y="57150"/>
                  <a:pt x="685800" y="57150"/>
                </a:cubicBezTo>
                <a:lnTo>
                  <a:pt x="114300" y="57150"/>
                </a:lnTo>
                <a:close/>
                <a:moveTo>
                  <a:pt x="228600" y="200025"/>
                </a:moveTo>
                <a:cubicBezTo>
                  <a:pt x="275913" y="200025"/>
                  <a:pt x="314325" y="238437"/>
                  <a:pt x="314325" y="285750"/>
                </a:cubicBezTo>
                <a:cubicBezTo>
                  <a:pt x="314325" y="333063"/>
                  <a:pt x="275913" y="371475"/>
                  <a:pt x="228600" y="371475"/>
                </a:cubicBezTo>
                <a:cubicBezTo>
                  <a:pt x="181287" y="371475"/>
                  <a:pt x="142875" y="333063"/>
                  <a:pt x="142875" y="285750"/>
                </a:cubicBezTo>
                <a:cubicBezTo>
                  <a:pt x="142875" y="238437"/>
                  <a:pt x="181287" y="200025"/>
                  <a:pt x="228600" y="200025"/>
                </a:cubicBezTo>
                <a:close/>
                <a:moveTo>
                  <a:pt x="485775" y="400050"/>
                </a:moveTo>
                <a:cubicBezTo>
                  <a:pt x="500777" y="400050"/>
                  <a:pt x="514529" y="407908"/>
                  <a:pt x="522387" y="420588"/>
                </a:cubicBezTo>
                <a:lnTo>
                  <a:pt x="679549" y="677763"/>
                </a:lnTo>
                <a:cubicBezTo>
                  <a:pt x="687586" y="690979"/>
                  <a:pt x="687943" y="707588"/>
                  <a:pt x="680442" y="721162"/>
                </a:cubicBezTo>
                <a:cubicBezTo>
                  <a:pt x="672941" y="734735"/>
                  <a:pt x="658475" y="742950"/>
                  <a:pt x="642938" y="742950"/>
                </a:cubicBezTo>
                <a:lnTo>
                  <a:pt x="157163" y="742950"/>
                </a:lnTo>
                <a:cubicBezTo>
                  <a:pt x="141268" y="742950"/>
                  <a:pt x="126444" y="734020"/>
                  <a:pt x="119122" y="719911"/>
                </a:cubicBezTo>
                <a:cubicBezTo>
                  <a:pt x="111800" y="705803"/>
                  <a:pt x="112871" y="688658"/>
                  <a:pt x="121980" y="675620"/>
                </a:cubicBezTo>
                <a:lnTo>
                  <a:pt x="221992" y="532745"/>
                </a:lnTo>
                <a:cubicBezTo>
                  <a:pt x="230029" y="521315"/>
                  <a:pt x="243066" y="514529"/>
                  <a:pt x="257175" y="514529"/>
                </a:cubicBezTo>
                <a:cubicBezTo>
                  <a:pt x="271284" y="514529"/>
                  <a:pt x="284321" y="521315"/>
                  <a:pt x="292358" y="532745"/>
                </a:cubicBezTo>
                <a:lnTo>
                  <a:pt x="339507" y="600254"/>
                </a:lnTo>
                <a:lnTo>
                  <a:pt x="449163" y="420767"/>
                </a:lnTo>
                <a:cubicBezTo>
                  <a:pt x="457021" y="408087"/>
                  <a:pt x="470773" y="400229"/>
                  <a:pt x="485775" y="400229"/>
                </a:cubicBez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592354" y="3276600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Placeholder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49504" y="4152900"/>
            <a:ext cx="4895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9029" y="4609988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screenshot or diagram here</a:t>
            </a:r>
            <a:endParaRPr lang="en-US" sz="1600" dirty="0"/>
          </a:p>
        </p:txBody>
      </p:sp>
      <p:pic>
        <p:nvPicPr>
          <p:cNvPr id="7" name="Image 0" descr="https://kimi-img.moonshot.cn/pub/slides/26-02-19-04:26:49-d6b2129a9tprn9ag47h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58" y="0"/>
            <a:ext cx="11901085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5950" y="19812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114300" y="57150"/>
                </a:moveTo>
                <a:cubicBezTo>
                  <a:pt x="51256" y="57150"/>
                  <a:pt x="0" y="108406"/>
                  <a:pt x="0" y="171450"/>
                </a:cubicBezTo>
                <a:lnTo>
                  <a:pt x="0" y="742950"/>
                </a:lnTo>
                <a:cubicBezTo>
                  <a:pt x="0" y="805994"/>
                  <a:pt x="51256" y="857250"/>
                  <a:pt x="114300" y="857250"/>
                </a:cubicBezTo>
                <a:lnTo>
                  <a:pt x="685800" y="857250"/>
                </a:lnTo>
                <a:cubicBezTo>
                  <a:pt x="748844" y="857250"/>
                  <a:pt x="800100" y="805994"/>
                  <a:pt x="800100" y="742950"/>
                </a:cubicBezTo>
                <a:lnTo>
                  <a:pt x="800100" y="171450"/>
                </a:lnTo>
                <a:cubicBezTo>
                  <a:pt x="800100" y="108406"/>
                  <a:pt x="748844" y="57150"/>
                  <a:pt x="685800" y="57150"/>
                </a:cubicBezTo>
                <a:lnTo>
                  <a:pt x="114300" y="57150"/>
                </a:lnTo>
                <a:close/>
                <a:moveTo>
                  <a:pt x="228600" y="200025"/>
                </a:moveTo>
                <a:cubicBezTo>
                  <a:pt x="275913" y="200025"/>
                  <a:pt x="314325" y="238437"/>
                  <a:pt x="314325" y="285750"/>
                </a:cubicBezTo>
                <a:cubicBezTo>
                  <a:pt x="314325" y="333063"/>
                  <a:pt x="275913" y="371475"/>
                  <a:pt x="228600" y="371475"/>
                </a:cubicBezTo>
                <a:cubicBezTo>
                  <a:pt x="181287" y="371475"/>
                  <a:pt x="142875" y="333063"/>
                  <a:pt x="142875" y="285750"/>
                </a:cubicBezTo>
                <a:cubicBezTo>
                  <a:pt x="142875" y="238437"/>
                  <a:pt x="181287" y="200025"/>
                  <a:pt x="228600" y="200025"/>
                </a:cubicBezTo>
                <a:close/>
                <a:moveTo>
                  <a:pt x="485775" y="400050"/>
                </a:moveTo>
                <a:cubicBezTo>
                  <a:pt x="500777" y="400050"/>
                  <a:pt x="514529" y="407908"/>
                  <a:pt x="522387" y="420588"/>
                </a:cubicBezTo>
                <a:lnTo>
                  <a:pt x="679549" y="677763"/>
                </a:lnTo>
                <a:cubicBezTo>
                  <a:pt x="687586" y="690979"/>
                  <a:pt x="687943" y="707588"/>
                  <a:pt x="680442" y="721162"/>
                </a:cubicBezTo>
                <a:cubicBezTo>
                  <a:pt x="672941" y="734735"/>
                  <a:pt x="658475" y="742950"/>
                  <a:pt x="642938" y="742950"/>
                </a:cubicBezTo>
                <a:lnTo>
                  <a:pt x="157163" y="742950"/>
                </a:lnTo>
                <a:cubicBezTo>
                  <a:pt x="141268" y="742950"/>
                  <a:pt x="126444" y="734020"/>
                  <a:pt x="119122" y="719911"/>
                </a:cubicBezTo>
                <a:cubicBezTo>
                  <a:pt x="111800" y="705803"/>
                  <a:pt x="112871" y="688658"/>
                  <a:pt x="121980" y="675620"/>
                </a:cubicBezTo>
                <a:lnTo>
                  <a:pt x="221992" y="532745"/>
                </a:lnTo>
                <a:cubicBezTo>
                  <a:pt x="230029" y="521315"/>
                  <a:pt x="243066" y="514529"/>
                  <a:pt x="257175" y="514529"/>
                </a:cubicBezTo>
                <a:cubicBezTo>
                  <a:pt x="271284" y="514529"/>
                  <a:pt x="284321" y="521315"/>
                  <a:pt x="292358" y="532745"/>
                </a:cubicBezTo>
                <a:lnTo>
                  <a:pt x="339507" y="600254"/>
                </a:lnTo>
                <a:lnTo>
                  <a:pt x="449163" y="420767"/>
                </a:lnTo>
                <a:cubicBezTo>
                  <a:pt x="457021" y="408087"/>
                  <a:pt x="470773" y="400229"/>
                  <a:pt x="485775" y="400229"/>
                </a:cubicBezTo>
                <a:close/>
              </a:path>
            </a:pathLst>
          </a:cu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592354" y="3276600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Placeholder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3886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49504" y="4152900"/>
            <a:ext cx="4895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intentionally left blank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9029" y="4609988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screenshot or diagram here</a:t>
            </a:r>
            <a:endParaRPr lang="en-US" sz="1600" dirty="0"/>
          </a:p>
        </p:txBody>
      </p:sp>
      <p:pic>
        <p:nvPicPr>
          <p:cNvPr id="7" name="Image 0" descr="https://kimi-img.moonshot.cn/pub/slides/26-02-19-04:27:10-d6b217gpe77npg9ggf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928" y="0"/>
            <a:ext cx="9008492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2-21-03:51:41-d6cbmje947o92709209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3103"/>
            <a:ext cx="12192000" cy="6371794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2-21-03:52:58-d6cbn6lr1r8pgm3di2ag.jpeg">    </p:cNvPr>
          <p:cNvPicPr>
            <a:picLocks noChangeAspect="1"/>
          </p:cNvPicPr>
          <p:nvPr/>
        </p:nvPicPr>
        <p:blipFill>
          <a:blip r:embed="rId1"/>
          <a:srcRect l="0" r="20635" t="5660" b="0"/>
          <a:stretch/>
        </p:blipFill>
        <p:spPr>
          <a:xfrm>
            <a:off x="-1998870" y="184150"/>
            <a:ext cx="7299739" cy="6533874"/>
          </a:xfrm>
          <a:prstGeom prst="rect">
            <a:avLst/>
          </a:prstGeom>
        </p:spPr>
      </p:pic>
      <p:pic>
        <p:nvPicPr>
          <p:cNvPr id="3" name="Image 1" descr="https://kimi-img.moonshot.cn/pub/slides/26-02-21-03:53:50-d6cbnjm947o9270926q0.jpeg">    </p:cNvPr>
          <p:cNvPicPr>
            <a:picLocks noChangeAspect="1"/>
          </p:cNvPicPr>
          <p:nvPr/>
        </p:nvPicPr>
        <p:blipFill>
          <a:blip r:embed="rId2"/>
          <a:srcRect l="21875" r="0" t="0" b="0"/>
          <a:stretch/>
        </p:blipFill>
        <p:spPr>
          <a:xfrm>
            <a:off x="5411304" y="360846"/>
            <a:ext cx="8746435" cy="592836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087" y="180009"/>
            <a:ext cx="2749826" cy="730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Mobile application </a:t>
            </a:r>
            <a:endParaRPr lang="en-US" sz="1600" dirty="0"/>
          </a:p>
        </p:txBody>
      </p:sp>
      <p:pic>
        <p:nvPicPr>
          <p:cNvPr id="3" name="Image 0" descr="https://kimi-img.moonshot.cn/pub/slides/26-02-20-04:23:01-d6bn29bv466km99gd8c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087" y="712918"/>
            <a:ext cx="4390286" cy="6145082"/>
          </a:xfrm>
          <a:prstGeom prst="rect">
            <a:avLst/>
          </a:prstGeom>
        </p:spPr>
      </p:pic>
      <p:pic>
        <p:nvPicPr>
          <p:cNvPr id="4" name="Image 1" descr="https://kimi-img.moonshot.cn/pub/slides/26-02-20-04:23:23-d6bn2erv466km99gd9f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789" y="633462"/>
            <a:ext cx="4400508" cy="622897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2-20-04:23:52-d6bn2m5nfo2ne2ri6ml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66" y="110435"/>
            <a:ext cx="4845119" cy="6858000"/>
          </a:xfrm>
          <a:prstGeom prst="rect">
            <a:avLst/>
          </a:prstGeom>
        </p:spPr>
      </p:pic>
      <p:pic>
        <p:nvPicPr>
          <p:cNvPr id="3" name="Image 1" descr="https://kimi-img.moonshot.cn/pub/slides/26-02-20-04:24:05-d6bn2pemcu0vv9dtabf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919" y="0"/>
            <a:ext cx="4753380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2-20-04:24:22-d6bn2tm947o92700e83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9911" y="0"/>
            <a:ext cx="5523916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2-24-21:47:04-d6eqnm4nvj4legkkqbi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58" y="0"/>
            <a:ext cx="5256843" cy="6858000"/>
          </a:xfrm>
          <a:prstGeom prst="rect">
            <a:avLst/>
          </a:prstGeom>
        </p:spPr>
      </p:pic>
      <p:pic>
        <p:nvPicPr>
          <p:cNvPr id="3" name="Image 1" descr="https://kimi-img.moonshot.cn/pub/slides/26-02-24-21:47:31-d6eqnsvqmogq52980f4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789" y="0"/>
            <a:ext cx="5590211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reatians.com/298ba1bb7df480e014e49bc28bf5b8c6e9454a1f.jpg">    </p:cNvPr>
          <p:cNvPicPr>
            <a:picLocks noChangeAspect="1"/>
          </p:cNvPicPr>
          <p:nvPr/>
        </p:nvPicPr>
        <p:blipFill>
          <a:blip r:embed="rId1"/>
          <a:srcRect l="0" r="0" t="7833" b="78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5000"/>
                </a:srgbClr>
              </a:gs>
              <a:gs pos="100000">
                <a:srgbClr val="0D9488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1600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30411" y="155555"/>
                </a:moveTo>
                <a:lnTo>
                  <a:pt x="457200" y="192524"/>
                </a:lnTo>
                <a:lnTo>
                  <a:pt x="483989" y="155555"/>
                </a:lnTo>
                <a:cubicBezTo>
                  <a:pt x="528638" y="93762"/>
                  <a:pt x="600432" y="57150"/>
                  <a:pt x="676692" y="57150"/>
                </a:cubicBezTo>
                <a:cubicBezTo>
                  <a:pt x="807958" y="57150"/>
                  <a:pt x="914400" y="163592"/>
                  <a:pt x="914400" y="294858"/>
                </a:cubicBezTo>
                <a:lnTo>
                  <a:pt x="914400" y="299502"/>
                </a:lnTo>
                <a:cubicBezTo>
                  <a:pt x="914400" y="499884"/>
                  <a:pt x="664547" y="732592"/>
                  <a:pt x="534174" y="832068"/>
                </a:cubicBezTo>
                <a:cubicBezTo>
                  <a:pt x="512028" y="848856"/>
                  <a:pt x="484882" y="857250"/>
                  <a:pt x="457200" y="857250"/>
                </a:cubicBezTo>
                <a:cubicBezTo>
                  <a:pt x="429518" y="857250"/>
                  <a:pt x="402193" y="849035"/>
                  <a:pt x="380226" y="832068"/>
                </a:cubicBezTo>
                <a:cubicBezTo>
                  <a:pt x="249853" y="732592"/>
                  <a:pt x="0" y="499884"/>
                  <a:pt x="0" y="299502"/>
                </a:cubicBezTo>
                <a:lnTo>
                  <a:pt x="0" y="294858"/>
                </a:lnTo>
                <a:cubicBezTo>
                  <a:pt x="0" y="163592"/>
                  <a:pt x="106442" y="57150"/>
                  <a:pt x="237708" y="57150"/>
                </a:cubicBezTo>
                <a:cubicBezTo>
                  <a:pt x="313968" y="57150"/>
                  <a:pt x="385763" y="93762"/>
                  <a:pt x="430411" y="15555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4334113" y="3048000"/>
            <a:ext cx="3524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413385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3590687" y="4495800"/>
            <a:ext cx="5010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1F5F9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Future of Digital Healthcare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30472" y="4991100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us for more information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Medical System</dc:title>
  <dc:subject>Online Medical System</dc:subject>
  <dc:creator>Kimi</dc:creator>
  <cp:lastModifiedBy>Kimi</cp:lastModifiedBy>
  <cp:revision>1</cp:revision>
  <dcterms:created xsi:type="dcterms:W3CDTF">2026-02-24T13:50:17Z</dcterms:created>
  <dcterms:modified xsi:type="dcterms:W3CDTF">2026-02-24T13:50:17Z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{"Label":"Online Medical System","ContentProducer":"001191110108MACG2KBH8F10000","ProduceID":"19c7267b-98f2-8d7f-8000-00003990fc46","ReservedCode1":"","ContentPropagator":"001191110108MACG2KBH8F20000","PropagateID":"19c7267b-98f2-8d7f-8000-00003990fc46","ReservedCode2":""}</vt:lpwstr>
  </property>
</Properties>
</file>